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F226-2A68-7BDB-2666-8CD10DC73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BDE2A-07B6-6043-0BA6-2ED3B4C08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98BB-B146-7371-4C42-4D5558E5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ED98E-ECBF-4280-110F-55764B53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4BAFB-A7C7-B56D-0CA7-D8934F61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3414-2819-10D3-66AC-65BEC6CE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2C186-1ECD-7646-144A-3E08BFD13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3F05B-6963-5E4D-AB37-8F3A8B4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F4E6-444A-7F3B-5476-F83A859B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619C-5A0E-F8D0-3CC2-656E1B4C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96E1-E188-FF71-7D50-07BE9B73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04A89-04BE-AEB8-5402-B5620FBC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7F7D-87D2-0AC1-D88F-170BACB6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EB1C3-F9BB-6408-372B-55CBCF3D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952FD-FCAE-C504-5215-71C9A5C6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4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0D8D-6BF1-D817-9FEC-74621932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C650-0C01-AC88-69E7-DF8AB398F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3F974-0844-A00B-874A-51795F8A0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A07A4-1656-E9B0-F5E9-08325FD9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6779F-E3F0-14F9-8ABE-EFED18E4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CCA8E-5F2B-539F-8A12-4F278517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0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305F-8F25-ABF1-964A-E5A9B33E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46C5C-926C-54FE-3302-1044DD48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47D6A-95CD-236F-C307-0540879C9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D429A-B530-D6D2-1D62-FE602C66A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BABFF-048B-09FA-794D-446091A18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E0053-F140-DB1F-899C-209B5A28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7101D-6740-9EE5-8C0E-A75D88A2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3BE83-0061-FCE6-3201-9785A1B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3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A329-C6B3-1856-F4AF-324264AE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92CC9-79F1-7604-D8AE-1A35A727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3EB56-1B76-D1CD-294A-EDA2A6C8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E60F-72EB-8EA7-DE49-27B2EB61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4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D33C1-5E97-E904-6E27-A8E5E9C6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7F8C5-FC61-B84E-95ED-8419599B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24C9-EF55-33F5-05EF-E3BE39FD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9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4965-427D-33EE-F08B-469377E7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788F-34CB-79DD-6E41-A46EE975B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16FF0-825B-1D1E-985E-BD537B65C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CF983-4443-BE2F-6E33-6FF3B1EE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1F5BB-B03A-26DE-05A6-570E6AE1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10EE-BE1D-9B1F-58A4-62C063AE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4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F801-8ECD-F3D1-FF9E-F48250D7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4E782-0EB4-C692-1586-3E3C1C0A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EAB63-CB9E-4D39-A708-EA6ADE87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EA5B8-E648-FE0F-BDC0-3A4D1D76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1708-C411-A30C-F400-5124F833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90854-E740-362C-F240-72C000C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6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13BE-F312-44C4-C84E-38517967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7CE71-F10E-BF53-2F6C-7E9259958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2D87-C46B-D105-1C4C-F2421B7F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BAE63-BA98-7877-C940-306C27B0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F5549-7AEA-5B26-C2A1-55C873E9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2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25720-EC27-5733-6B6B-69668008D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4F55C-28D0-DDAD-D82A-C3CC072CB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8752-0C09-5ADF-3676-4FFEDAB2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1DB43-66A1-DB92-FC61-578FE264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6F08-0A21-6E68-74D0-72A0AFA8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729E4-7499-F553-1646-BFE043E6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72E63-CD56-EF49-98CC-A595D3C6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569E1-FB11-E2D6-B7DF-0D265A5BC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37C9F-8A78-4A1B-A60C-F9B49BD8F51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0B6FF-03E7-8996-ABB7-B6BFE99D3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224F-E8C0-79FB-9243-8567E23E1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A3921-0CC2-470F-8C7F-9C2445E9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8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DF4-EC4C-51E0-3320-FB1F7626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07"/>
            <a:ext cx="9144000" cy="8801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 to Our Sponsors!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66B70-7A83-6DE2-E532-A0D60B449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904" y="1097280"/>
            <a:ext cx="2072479" cy="384048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Global Sponsors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0AD6-AC82-E672-CFB2-A9C509EC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" y="1430894"/>
            <a:ext cx="4978668" cy="12369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2F22B1D-76D3-0AF5-0502-DCDC651A0325}"/>
              </a:ext>
            </a:extLst>
          </p:cNvPr>
          <p:cNvSpPr txBox="1">
            <a:spLocks/>
          </p:cNvSpPr>
          <p:nvPr/>
        </p:nvSpPr>
        <p:spPr>
          <a:xfrm>
            <a:off x="7203260" y="1593115"/>
            <a:ext cx="2651600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Platinum Sponsor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A5BAB1-0664-F7D8-5DAB-C558847A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3070"/>
            <a:ext cx="4772025" cy="12096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2537F85-97FB-6D4D-6555-D97D0F8609EE}"/>
              </a:ext>
            </a:extLst>
          </p:cNvPr>
          <p:cNvSpPr txBox="1">
            <a:spLocks/>
          </p:cNvSpPr>
          <p:nvPr/>
        </p:nvSpPr>
        <p:spPr>
          <a:xfrm>
            <a:off x="1817981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Silver Sponsors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783BE1-0079-C790-8548-1118AE97DEC8}"/>
              </a:ext>
            </a:extLst>
          </p:cNvPr>
          <p:cNvSpPr txBox="1">
            <a:spLocks/>
          </p:cNvSpPr>
          <p:nvPr/>
        </p:nvSpPr>
        <p:spPr>
          <a:xfrm>
            <a:off x="7690498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Bronze Sponsor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B76FE-FAF9-B10E-CF0F-866D504C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5261103"/>
            <a:ext cx="2857500" cy="752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63F18-5D1E-A92A-4BD2-38CF6D805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14" y="4538536"/>
            <a:ext cx="2197608" cy="21976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3A00E-EA93-EACD-3083-D2BD3ED8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60" y="4850775"/>
            <a:ext cx="3146259" cy="1573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A1CA31-7662-2DBE-0298-C82DFA362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81" y="2667855"/>
            <a:ext cx="1947019" cy="14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Thank You to Our Sponsors!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Pollack</dc:creator>
  <cp:lastModifiedBy>Edward Pollack</cp:lastModifiedBy>
  <cp:revision>3</cp:revision>
  <dcterms:created xsi:type="dcterms:W3CDTF">2026-08-04T17:56:16Z</dcterms:created>
  <dcterms:modified xsi:type="dcterms:W3CDTF">2026-08-04T18:02:47Z</dcterms:modified>
</cp:coreProperties>
</file>