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83" r:id="rId3"/>
    <p:sldId id="285" r:id="rId4"/>
    <p:sldId id="286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284" r:id="rId21"/>
    <p:sldId id="28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D732B0-1789-44E1-A1E7-CAA56B6D399B}" v="26" dt="2026-09-09T13:47:13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(Tony) Wilhelm" userId="111808ec-cec1-4bb5-b99a-563afe69ab96" providerId="ADAL" clId="{72BD8168-86F3-43FC-B709-0507F7810D7D}"/>
    <pc:docChg chg="undo custSel addSld delSld modSld sldOrd">
      <pc:chgData name="Anthony (Tony) Wilhelm" userId="111808ec-cec1-4bb5-b99a-563afe69ab96" providerId="ADAL" clId="{72BD8168-86F3-43FC-B709-0507F7810D7D}" dt="2026-09-09T13:48:30.280" v="2246" actId="20577"/>
      <pc:docMkLst>
        <pc:docMk/>
      </pc:docMkLst>
      <pc:sldChg chg="del mod modShow">
        <pc:chgData name="Anthony (Tony) Wilhelm" userId="111808ec-cec1-4bb5-b99a-563afe69ab96" providerId="ADAL" clId="{72BD8168-86F3-43FC-B709-0507F7810D7D}" dt="2026-09-09T13:45:31.819" v="2063" actId="47"/>
        <pc:sldMkLst>
          <pc:docMk/>
          <pc:sldMk cId="2931541606" sldId="259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2324008136" sldId="261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838385887" sldId="262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1328151498" sldId="263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969461976" sldId="264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1147479772" sldId="265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3318005208" sldId="266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1106003927" sldId="267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122290133" sldId="268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941013808" sldId="269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1621921160" sldId="270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814549951" sldId="271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2196783531" sldId="272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2602670112" sldId="273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1323707657" sldId="274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2629089910" sldId="275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2209812125" sldId="276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4256073645" sldId="277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3381038910" sldId="278"/>
        </pc:sldMkLst>
      </pc:sldChg>
      <pc:sldChg chg="del">
        <pc:chgData name="Anthony (Tony) Wilhelm" userId="111808ec-cec1-4bb5-b99a-563afe69ab96" providerId="ADAL" clId="{72BD8168-86F3-43FC-B709-0507F7810D7D}" dt="2026-09-09T13:38:21.717" v="1589" actId="47"/>
        <pc:sldMkLst>
          <pc:docMk/>
          <pc:sldMk cId="746458934" sldId="280"/>
        </pc:sldMkLst>
      </pc:sldChg>
      <pc:sldChg chg="addSp delSp modSp add mod ord setBg">
        <pc:chgData name="Anthony (Tony) Wilhelm" userId="111808ec-cec1-4bb5-b99a-563afe69ab96" providerId="ADAL" clId="{72BD8168-86F3-43FC-B709-0507F7810D7D}" dt="2026-08-20T18:26:25.376" v="210" actId="14100"/>
        <pc:sldMkLst>
          <pc:docMk/>
          <pc:sldMk cId="0" sldId="283"/>
        </pc:sldMkLst>
        <pc:spChg chg="mod">
          <ac:chgData name="Anthony (Tony) Wilhelm" userId="111808ec-cec1-4bb5-b99a-563afe69ab96" providerId="ADAL" clId="{72BD8168-86F3-43FC-B709-0507F7810D7D}" dt="2026-08-20T18:17:13.594" v="9" actId="20577"/>
          <ac:spMkLst>
            <pc:docMk/>
            <pc:sldMk cId="0" sldId="283"/>
            <ac:spMk id="90" creationId="{00000000-0000-0000-0000-000000000000}"/>
          </ac:spMkLst>
        </pc:spChg>
        <pc:spChg chg="mod">
          <ac:chgData name="Anthony (Tony) Wilhelm" userId="111808ec-cec1-4bb5-b99a-563afe69ab96" providerId="ADAL" clId="{72BD8168-86F3-43FC-B709-0507F7810D7D}" dt="2026-08-20T18:26:25.376" v="210" actId="14100"/>
          <ac:spMkLst>
            <pc:docMk/>
            <pc:sldMk cId="0" sldId="283"/>
            <ac:spMk id="91" creationId="{00000000-0000-0000-0000-000000000000}"/>
          </ac:spMkLst>
        </pc:spChg>
      </pc:sldChg>
      <pc:sldChg chg="modSp add mod">
        <pc:chgData name="Anthony (Tony) Wilhelm" userId="111808ec-cec1-4bb5-b99a-563afe69ab96" providerId="ADAL" clId="{72BD8168-86F3-43FC-B709-0507F7810D7D}" dt="2026-09-01T15:31:45.809" v="212" actId="14100"/>
        <pc:sldMkLst>
          <pc:docMk/>
          <pc:sldMk cId="0" sldId="284"/>
        </pc:sldMkLst>
        <pc:spChg chg="mod">
          <ac:chgData name="Anthony (Tony) Wilhelm" userId="111808ec-cec1-4bb5-b99a-563afe69ab96" providerId="ADAL" clId="{72BD8168-86F3-43FC-B709-0507F7810D7D}" dt="2026-09-01T15:31:45.809" v="212" actId="14100"/>
          <ac:spMkLst>
            <pc:docMk/>
            <pc:sldMk cId="0" sldId="284"/>
            <ac:spMk id="384" creationId="{00000000-0000-0000-0000-000000000000}"/>
          </ac:spMkLst>
        </pc:spChg>
      </pc:sldChg>
      <pc:sldChg chg="addSp delSp modSp add mod">
        <pc:chgData name="Anthony (Tony) Wilhelm" userId="111808ec-cec1-4bb5-b99a-563afe69ab96" providerId="ADAL" clId="{72BD8168-86F3-43FC-B709-0507F7810D7D}" dt="2026-08-20T18:21:32.785" v="113" actId="1076"/>
        <pc:sldMkLst>
          <pc:docMk/>
          <pc:sldMk cId="0" sldId="285"/>
        </pc:sldMkLst>
        <pc:spChg chg="mod">
          <ac:chgData name="Anthony (Tony) Wilhelm" userId="111808ec-cec1-4bb5-b99a-563afe69ab96" providerId="ADAL" clId="{72BD8168-86F3-43FC-B709-0507F7810D7D}" dt="2026-08-20T18:19:00.266" v="58" actId="1037"/>
          <ac:spMkLst>
            <pc:docMk/>
            <pc:sldMk cId="0" sldId="285"/>
            <ac:spMk id="140" creationId="{00000000-0000-0000-0000-000000000000}"/>
          </ac:spMkLst>
        </pc:spChg>
        <pc:picChg chg="add mod">
          <ac:chgData name="Anthony (Tony) Wilhelm" userId="111808ec-cec1-4bb5-b99a-563afe69ab96" providerId="ADAL" clId="{72BD8168-86F3-43FC-B709-0507F7810D7D}" dt="2026-08-20T18:20:38.864" v="103" actId="1076"/>
          <ac:picMkLst>
            <pc:docMk/>
            <pc:sldMk cId="0" sldId="285"/>
            <ac:picMk id="3" creationId="{F6FC2D80-46D4-2DBA-B1E1-3FD9D18A3C0B}"/>
          </ac:picMkLst>
        </pc:picChg>
        <pc:picChg chg="add mod">
          <ac:chgData name="Anthony (Tony) Wilhelm" userId="111808ec-cec1-4bb5-b99a-563afe69ab96" providerId="ADAL" clId="{72BD8168-86F3-43FC-B709-0507F7810D7D}" dt="2026-08-20T18:21:28.569" v="112" actId="1076"/>
          <ac:picMkLst>
            <pc:docMk/>
            <pc:sldMk cId="0" sldId="285"/>
            <ac:picMk id="5" creationId="{01441A95-B3ED-243E-22DC-6C44089FDD8B}"/>
          </ac:picMkLst>
        </pc:picChg>
        <pc:picChg chg="add mod">
          <ac:chgData name="Anthony (Tony) Wilhelm" userId="111808ec-cec1-4bb5-b99a-563afe69ab96" providerId="ADAL" clId="{72BD8168-86F3-43FC-B709-0507F7810D7D}" dt="2026-08-20T18:21:32.785" v="113" actId="1076"/>
          <ac:picMkLst>
            <pc:docMk/>
            <pc:sldMk cId="0" sldId="285"/>
            <ac:picMk id="11" creationId="{C4144562-9FC2-C6F7-93CE-787EF2C15BF2}"/>
          </ac:picMkLst>
        </pc:picChg>
        <pc:picChg chg="mod ord">
          <ac:chgData name="Anthony (Tony) Wilhelm" userId="111808ec-cec1-4bb5-b99a-563afe69ab96" providerId="ADAL" clId="{72BD8168-86F3-43FC-B709-0507F7810D7D}" dt="2026-08-20T18:19:58.307" v="95" actId="166"/>
          <ac:picMkLst>
            <pc:docMk/>
            <pc:sldMk cId="0" sldId="285"/>
            <ac:picMk id="141" creationId="{00000000-0000-0000-0000-000000000000}"/>
          </ac:picMkLst>
        </pc:picChg>
        <pc:picChg chg="mod">
          <ac:chgData name="Anthony (Tony) Wilhelm" userId="111808ec-cec1-4bb5-b99a-563afe69ab96" providerId="ADAL" clId="{72BD8168-86F3-43FC-B709-0507F7810D7D}" dt="2026-08-20T18:19:00.266" v="58" actId="1037"/>
          <ac:picMkLst>
            <pc:docMk/>
            <pc:sldMk cId="0" sldId="285"/>
            <ac:picMk id="1026" creationId="{77A8FF47-810A-F7F2-B2E9-AFB6E362A2BC}"/>
          </ac:picMkLst>
        </pc:picChg>
        <pc:picChg chg="mod">
          <ac:chgData name="Anthony (Tony) Wilhelm" userId="111808ec-cec1-4bb5-b99a-563afe69ab96" providerId="ADAL" clId="{72BD8168-86F3-43FC-B709-0507F7810D7D}" dt="2026-08-20T18:19:00.266" v="58" actId="1037"/>
          <ac:picMkLst>
            <pc:docMk/>
            <pc:sldMk cId="0" sldId="285"/>
            <ac:picMk id="1030" creationId="{7C9BD6B7-44DA-5C3C-E60A-E46FD371FB12}"/>
          </ac:picMkLst>
        </pc:picChg>
        <pc:picChg chg="mod">
          <ac:chgData name="Anthony (Tony) Wilhelm" userId="111808ec-cec1-4bb5-b99a-563afe69ab96" providerId="ADAL" clId="{72BD8168-86F3-43FC-B709-0507F7810D7D}" dt="2026-08-20T18:19:00.266" v="58" actId="1037"/>
          <ac:picMkLst>
            <pc:docMk/>
            <pc:sldMk cId="0" sldId="285"/>
            <ac:picMk id="1032" creationId="{BF886A15-8696-37A6-4205-45F2E8AB5658}"/>
          </ac:picMkLst>
        </pc:picChg>
      </pc:sldChg>
      <pc:sldChg chg="addSp delSp modSp add mod ord modClrScheme chgLayout">
        <pc:chgData name="Anthony (Tony) Wilhelm" userId="111808ec-cec1-4bb5-b99a-563afe69ab96" providerId="ADAL" clId="{72BD8168-86F3-43FC-B709-0507F7810D7D}" dt="2026-09-08T18:46:40.163" v="1490"/>
        <pc:sldMkLst>
          <pc:docMk/>
          <pc:sldMk cId="0" sldId="286"/>
        </pc:sldMkLst>
        <pc:spChg chg="add mod">
          <ac:chgData name="Anthony (Tony) Wilhelm" userId="111808ec-cec1-4bb5-b99a-563afe69ab96" providerId="ADAL" clId="{72BD8168-86F3-43FC-B709-0507F7810D7D}" dt="2026-09-08T18:32:40.705" v="1008" actId="255"/>
          <ac:spMkLst>
            <pc:docMk/>
            <pc:sldMk cId="0" sldId="286"/>
            <ac:spMk id="2" creationId="{7E8E9F8C-4235-44DD-83CF-131FA9FAC2F2}"/>
          </ac:spMkLst>
        </pc:spChg>
        <pc:spChg chg="add mod ord">
          <ac:chgData name="Anthony (Tony) Wilhelm" userId="111808ec-cec1-4bb5-b99a-563afe69ab96" providerId="ADAL" clId="{72BD8168-86F3-43FC-B709-0507F7810D7D}" dt="2026-09-01T15:52:46.727" v="915" actId="14100"/>
          <ac:spMkLst>
            <pc:docMk/>
            <pc:sldMk cId="0" sldId="286"/>
            <ac:spMk id="6" creationId="{C95A06CC-3491-F340-ED24-3094B312523C}"/>
          </ac:spMkLst>
        </pc:spChg>
        <pc:spChg chg="mod">
          <ac:chgData name="Anthony (Tony) Wilhelm" userId="111808ec-cec1-4bb5-b99a-563afe69ab96" providerId="ADAL" clId="{72BD8168-86F3-43FC-B709-0507F7810D7D}" dt="2026-09-08T18:32:23.451" v="1005" actId="1076"/>
          <ac:spMkLst>
            <pc:docMk/>
            <pc:sldMk cId="0" sldId="286"/>
            <ac:spMk id="160" creationId="{00000000-0000-0000-0000-000000000000}"/>
          </ac:spMkLst>
        </pc:spChg>
        <pc:spChg chg="ord">
          <ac:chgData name="Anthony (Tony) Wilhelm" userId="111808ec-cec1-4bb5-b99a-563afe69ab96" providerId="ADAL" clId="{72BD8168-86F3-43FC-B709-0507F7810D7D}" dt="2026-09-01T15:37:47.208" v="732" actId="166"/>
          <ac:spMkLst>
            <pc:docMk/>
            <pc:sldMk cId="0" sldId="286"/>
            <ac:spMk id="163" creationId="{00000000-0000-0000-0000-000000000000}"/>
          </ac:spMkLst>
        </pc:spChg>
        <pc:spChg chg="mod ord">
          <ac:chgData name="Anthony (Tony) Wilhelm" userId="111808ec-cec1-4bb5-b99a-563afe69ab96" providerId="ADAL" clId="{72BD8168-86F3-43FC-B709-0507F7810D7D}" dt="2026-09-08T18:36:31.217" v="1009" actId="14100"/>
          <ac:spMkLst>
            <pc:docMk/>
            <pc:sldMk cId="0" sldId="286"/>
            <ac:spMk id="164" creationId="{00000000-0000-0000-0000-000000000000}"/>
          </ac:spMkLst>
        </pc:spChg>
        <pc:spChg chg="mod ord">
          <ac:chgData name="Anthony (Tony) Wilhelm" userId="111808ec-cec1-4bb5-b99a-563afe69ab96" providerId="ADAL" clId="{72BD8168-86F3-43FC-B709-0507F7810D7D}" dt="2026-09-01T15:52:46.727" v="915" actId="14100"/>
          <ac:spMkLst>
            <pc:docMk/>
            <pc:sldMk cId="0" sldId="286"/>
            <ac:spMk id="165" creationId="{00000000-0000-0000-0000-000000000000}"/>
          </ac:spMkLst>
        </pc:spChg>
      </pc:sldChg>
      <pc:sldChg chg="add">
        <pc:chgData name="Anthony (Tony) Wilhelm" userId="111808ec-cec1-4bb5-b99a-563afe69ab96" providerId="ADAL" clId="{72BD8168-86F3-43FC-B709-0507F7810D7D}" dt="2026-08-20T18:24:07.235" v="121"/>
        <pc:sldMkLst>
          <pc:docMk/>
          <pc:sldMk cId="1340594635" sldId="287"/>
        </pc:sldMkLst>
      </pc:sldChg>
      <pc:sldChg chg="modSp add mod ord">
        <pc:chgData name="Anthony (Tony) Wilhelm" userId="111808ec-cec1-4bb5-b99a-563afe69ab96" providerId="ADAL" clId="{72BD8168-86F3-43FC-B709-0507F7810D7D}" dt="2026-09-08T18:31:26.721" v="1003" actId="2711"/>
        <pc:sldMkLst>
          <pc:docMk/>
          <pc:sldMk cId="2599499597" sldId="288"/>
        </pc:sldMkLst>
        <pc:spChg chg="mod">
          <ac:chgData name="Anthony (Tony) Wilhelm" userId="111808ec-cec1-4bb5-b99a-563afe69ab96" providerId="ADAL" clId="{72BD8168-86F3-43FC-B709-0507F7810D7D}" dt="2026-09-01T15:53:37.055" v="943" actId="20577"/>
          <ac:spMkLst>
            <pc:docMk/>
            <pc:sldMk cId="2599499597" sldId="288"/>
            <ac:spMk id="383" creationId="{33526B28-C09C-78FE-A883-0F5D314C2248}"/>
          </ac:spMkLst>
        </pc:spChg>
        <pc:spChg chg="mod">
          <ac:chgData name="Anthony (Tony) Wilhelm" userId="111808ec-cec1-4bb5-b99a-563afe69ab96" providerId="ADAL" clId="{72BD8168-86F3-43FC-B709-0507F7810D7D}" dt="2026-09-08T18:31:26.721" v="1003" actId="2711"/>
          <ac:spMkLst>
            <pc:docMk/>
            <pc:sldMk cId="2599499597" sldId="288"/>
            <ac:spMk id="384" creationId="{1D33B8A2-49B2-DBF7-CA99-6C9C223816DD}"/>
          </ac:spMkLst>
        </pc:spChg>
      </pc:sldChg>
      <pc:sldChg chg="modSp add mod setBg">
        <pc:chgData name="Anthony (Tony) Wilhelm" userId="111808ec-cec1-4bb5-b99a-563afe69ab96" providerId="ADAL" clId="{72BD8168-86F3-43FC-B709-0507F7810D7D}" dt="2026-09-08T21:15:55.228" v="1553" actId="6549"/>
        <pc:sldMkLst>
          <pc:docMk/>
          <pc:sldMk cId="0" sldId="289"/>
        </pc:sldMkLst>
        <pc:spChg chg="mod">
          <ac:chgData name="Anthony (Tony) Wilhelm" userId="111808ec-cec1-4bb5-b99a-563afe69ab96" providerId="ADAL" clId="{72BD8168-86F3-43FC-B709-0507F7810D7D}" dt="2026-09-08T18:46:27.899" v="1488"/>
          <ac:spMkLst>
            <pc:docMk/>
            <pc:sldMk cId="0" sldId="289"/>
            <ac:spMk id="240" creationId="{00000000-0000-0000-0000-000000000000}"/>
          </ac:spMkLst>
        </pc:spChg>
        <pc:spChg chg="mod">
          <ac:chgData name="Anthony (Tony) Wilhelm" userId="111808ec-cec1-4bb5-b99a-563afe69ab96" providerId="ADAL" clId="{72BD8168-86F3-43FC-B709-0507F7810D7D}" dt="2026-09-08T21:15:55.228" v="1553" actId="6549"/>
          <ac:spMkLst>
            <pc:docMk/>
            <pc:sldMk cId="0" sldId="289"/>
            <ac:spMk id="241" creationId="{00000000-0000-0000-0000-000000000000}"/>
          </ac:spMkLst>
        </pc:spChg>
      </pc:sldChg>
      <pc:sldChg chg="modSp add mod setBg">
        <pc:chgData name="Anthony (Tony) Wilhelm" userId="111808ec-cec1-4bb5-b99a-563afe69ab96" providerId="ADAL" clId="{72BD8168-86F3-43FC-B709-0507F7810D7D}" dt="2026-09-08T21:16:20.050" v="1562" actId="6549"/>
        <pc:sldMkLst>
          <pc:docMk/>
          <pc:sldMk cId="0" sldId="290"/>
        </pc:sldMkLst>
        <pc:spChg chg="mod">
          <ac:chgData name="Anthony (Tony) Wilhelm" userId="111808ec-cec1-4bb5-b99a-563afe69ab96" providerId="ADAL" clId="{72BD8168-86F3-43FC-B709-0507F7810D7D}" dt="2026-09-08T18:46:21.341" v="1487" actId="1076"/>
          <ac:spMkLst>
            <pc:docMk/>
            <pc:sldMk cId="0" sldId="290"/>
            <ac:spMk id="248" creationId="{00000000-0000-0000-0000-000000000000}"/>
          </ac:spMkLst>
        </pc:spChg>
        <pc:spChg chg="mod">
          <ac:chgData name="Anthony (Tony) Wilhelm" userId="111808ec-cec1-4bb5-b99a-563afe69ab96" providerId="ADAL" clId="{72BD8168-86F3-43FC-B709-0507F7810D7D}" dt="2026-09-08T18:38:17.841" v="1059" actId="20577"/>
          <ac:spMkLst>
            <pc:docMk/>
            <pc:sldMk cId="0" sldId="290"/>
            <ac:spMk id="249" creationId="{00000000-0000-0000-0000-000000000000}"/>
          </ac:spMkLst>
        </pc:spChg>
        <pc:spChg chg="mod">
          <ac:chgData name="Anthony (Tony) Wilhelm" userId="111808ec-cec1-4bb5-b99a-563afe69ab96" providerId="ADAL" clId="{72BD8168-86F3-43FC-B709-0507F7810D7D}" dt="2026-09-08T21:16:20.050" v="1562" actId="6549"/>
          <ac:spMkLst>
            <pc:docMk/>
            <pc:sldMk cId="0" sldId="290"/>
            <ac:spMk id="251" creationId="{00000000-0000-0000-0000-000000000000}"/>
          </ac:spMkLst>
        </pc:spChg>
      </pc:sldChg>
      <pc:sldChg chg="addSp delSp modSp add mod ord">
        <pc:chgData name="Anthony (Tony) Wilhelm" userId="111808ec-cec1-4bb5-b99a-563afe69ab96" providerId="ADAL" clId="{72BD8168-86F3-43FC-B709-0507F7810D7D}" dt="2026-09-08T21:17:17.701" v="1577" actId="6549"/>
        <pc:sldMkLst>
          <pc:docMk/>
          <pc:sldMk cId="3172708028" sldId="291"/>
        </pc:sldMkLst>
        <pc:spChg chg="add del mod">
          <ac:chgData name="Anthony (Tony) Wilhelm" userId="111808ec-cec1-4bb5-b99a-563afe69ab96" providerId="ADAL" clId="{72BD8168-86F3-43FC-B709-0507F7810D7D}" dt="2026-09-08T18:39:21.298" v="1081"/>
          <ac:spMkLst>
            <pc:docMk/>
            <pc:sldMk cId="3172708028" sldId="291"/>
            <ac:spMk id="2" creationId="{5BC58E1B-92FA-CE36-17B4-ABCC7B4B863E}"/>
          </ac:spMkLst>
        </pc:spChg>
        <pc:spChg chg="mod">
          <ac:chgData name="Anthony (Tony) Wilhelm" userId="111808ec-cec1-4bb5-b99a-563afe69ab96" providerId="ADAL" clId="{72BD8168-86F3-43FC-B709-0507F7810D7D}" dt="2026-09-08T18:38:30.850" v="1075" actId="20577"/>
          <ac:spMkLst>
            <pc:docMk/>
            <pc:sldMk cId="3172708028" sldId="291"/>
            <ac:spMk id="240" creationId="{24F87FA0-C0D6-7715-27EC-0B58A65C2AB8}"/>
          </ac:spMkLst>
        </pc:spChg>
        <pc:spChg chg="mod">
          <ac:chgData name="Anthony (Tony) Wilhelm" userId="111808ec-cec1-4bb5-b99a-563afe69ab96" providerId="ADAL" clId="{72BD8168-86F3-43FC-B709-0507F7810D7D}" dt="2026-09-08T21:17:17.701" v="1577" actId="6549"/>
          <ac:spMkLst>
            <pc:docMk/>
            <pc:sldMk cId="3172708028" sldId="291"/>
            <ac:spMk id="241" creationId="{BB83ABDF-CBE7-7635-5B5F-E9472FDE5EBE}"/>
          </ac:spMkLst>
        </pc:spChg>
      </pc:sldChg>
      <pc:sldChg chg="modSp add mod ord">
        <pc:chgData name="Anthony (Tony) Wilhelm" userId="111808ec-cec1-4bb5-b99a-563afe69ab96" providerId="ADAL" clId="{72BD8168-86F3-43FC-B709-0507F7810D7D}" dt="2026-09-08T18:56:11.295" v="1542" actId="20577"/>
        <pc:sldMkLst>
          <pc:docMk/>
          <pc:sldMk cId="4192124745" sldId="292"/>
        </pc:sldMkLst>
        <pc:spChg chg="mod">
          <ac:chgData name="Anthony (Tony) Wilhelm" userId="111808ec-cec1-4bb5-b99a-563afe69ab96" providerId="ADAL" clId="{72BD8168-86F3-43FC-B709-0507F7810D7D}" dt="2026-09-08T18:46:01.200" v="1483" actId="20577"/>
          <ac:spMkLst>
            <pc:docMk/>
            <pc:sldMk cId="4192124745" sldId="292"/>
            <ac:spMk id="249" creationId="{14CBA37D-29BB-D3AF-ABBC-1B32899A98A0}"/>
          </ac:spMkLst>
        </pc:spChg>
        <pc:spChg chg="mod">
          <ac:chgData name="Anthony (Tony) Wilhelm" userId="111808ec-cec1-4bb5-b99a-563afe69ab96" providerId="ADAL" clId="{72BD8168-86F3-43FC-B709-0507F7810D7D}" dt="2026-09-08T18:56:11.295" v="1542" actId="20577"/>
          <ac:spMkLst>
            <pc:docMk/>
            <pc:sldMk cId="4192124745" sldId="292"/>
            <ac:spMk id="251" creationId="{00C82E08-8403-5ED0-A060-B3394B893799}"/>
          </ac:spMkLst>
        </pc:spChg>
      </pc:sldChg>
      <pc:sldChg chg="addSp delSp modSp add mod">
        <pc:chgData name="Anthony (Tony) Wilhelm" userId="111808ec-cec1-4bb5-b99a-563afe69ab96" providerId="ADAL" clId="{72BD8168-86F3-43FC-B709-0507F7810D7D}" dt="2026-09-09T13:44:26.009" v="2025" actId="20577"/>
        <pc:sldMkLst>
          <pc:docMk/>
          <pc:sldMk cId="3019801395" sldId="293"/>
        </pc:sldMkLst>
        <pc:spChg chg="add del mod">
          <ac:chgData name="Anthony (Tony) Wilhelm" userId="111808ec-cec1-4bb5-b99a-563afe69ab96" providerId="ADAL" clId="{72BD8168-86F3-43FC-B709-0507F7810D7D}" dt="2026-09-08T18:42:13.893" v="1287"/>
          <ac:spMkLst>
            <pc:docMk/>
            <pc:sldMk cId="3019801395" sldId="293"/>
            <ac:spMk id="2" creationId="{C62AB244-E5D6-D33D-5634-4F807AA2B3F8}"/>
          </ac:spMkLst>
        </pc:spChg>
        <pc:spChg chg="add del mod">
          <ac:chgData name="Anthony (Tony) Wilhelm" userId="111808ec-cec1-4bb5-b99a-563afe69ab96" providerId="ADAL" clId="{72BD8168-86F3-43FC-B709-0507F7810D7D}" dt="2026-09-08T18:45:54.623" v="1481"/>
          <ac:spMkLst>
            <pc:docMk/>
            <pc:sldMk cId="3019801395" sldId="293"/>
            <ac:spMk id="3" creationId="{867CC52B-D4C5-943B-16A3-2C91689E39E1}"/>
          </ac:spMkLst>
        </pc:spChg>
        <pc:spChg chg="mod">
          <ac:chgData name="Anthony (Tony) Wilhelm" userId="111808ec-cec1-4bb5-b99a-563afe69ab96" providerId="ADAL" clId="{72BD8168-86F3-43FC-B709-0507F7810D7D}" dt="2026-09-08T18:41:52.377" v="1242" actId="20577"/>
          <ac:spMkLst>
            <pc:docMk/>
            <pc:sldMk cId="3019801395" sldId="293"/>
            <ac:spMk id="240" creationId="{0D9808CA-4DCF-0577-0D51-C7DE95876954}"/>
          </ac:spMkLst>
        </pc:spChg>
        <pc:spChg chg="mod">
          <ac:chgData name="Anthony (Tony) Wilhelm" userId="111808ec-cec1-4bb5-b99a-563afe69ab96" providerId="ADAL" clId="{72BD8168-86F3-43FC-B709-0507F7810D7D}" dt="2026-09-09T13:44:26.009" v="2025" actId="20577"/>
          <ac:spMkLst>
            <pc:docMk/>
            <pc:sldMk cId="3019801395" sldId="293"/>
            <ac:spMk id="241" creationId="{046A40CA-3F58-69D9-5B80-0F1E7509AE67}"/>
          </ac:spMkLst>
        </pc:spChg>
      </pc:sldChg>
      <pc:sldChg chg="modSp add mod">
        <pc:chgData name="Anthony (Tony) Wilhelm" userId="111808ec-cec1-4bb5-b99a-563afe69ab96" providerId="ADAL" clId="{72BD8168-86F3-43FC-B709-0507F7810D7D}" dt="2026-09-09T13:45:13.480" v="2062" actId="20577"/>
        <pc:sldMkLst>
          <pc:docMk/>
          <pc:sldMk cId="2478591660" sldId="294"/>
        </pc:sldMkLst>
        <pc:spChg chg="mod">
          <ac:chgData name="Anthony (Tony) Wilhelm" userId="111808ec-cec1-4bb5-b99a-563afe69ab96" providerId="ADAL" clId="{72BD8168-86F3-43FC-B709-0507F7810D7D}" dt="2026-09-09T13:37:59.769" v="1588"/>
          <ac:spMkLst>
            <pc:docMk/>
            <pc:sldMk cId="2478591660" sldId="294"/>
            <ac:spMk id="249" creationId="{F0D4BB8C-2E2F-6020-52B4-87C0DC0AA4CF}"/>
          </ac:spMkLst>
        </pc:spChg>
        <pc:spChg chg="mod">
          <ac:chgData name="Anthony (Tony) Wilhelm" userId="111808ec-cec1-4bb5-b99a-563afe69ab96" providerId="ADAL" clId="{72BD8168-86F3-43FC-B709-0507F7810D7D}" dt="2026-09-09T13:45:13.480" v="2062" actId="20577"/>
          <ac:spMkLst>
            <pc:docMk/>
            <pc:sldMk cId="2478591660" sldId="294"/>
            <ac:spMk id="251" creationId="{007007C6-1A97-4420-0D06-51A6BB11020E}"/>
          </ac:spMkLst>
        </pc:spChg>
      </pc:sldChg>
      <pc:sldChg chg="modSp add mod">
        <pc:chgData name="Anthony (Tony) Wilhelm" userId="111808ec-cec1-4bb5-b99a-563afe69ab96" providerId="ADAL" clId="{72BD8168-86F3-43FC-B709-0507F7810D7D}" dt="2026-09-09T13:42:28.178" v="1881" actId="20577"/>
        <pc:sldMkLst>
          <pc:docMk/>
          <pc:sldMk cId="1608522384" sldId="295"/>
        </pc:sldMkLst>
        <pc:spChg chg="mod">
          <ac:chgData name="Anthony (Tony) Wilhelm" userId="111808ec-cec1-4bb5-b99a-563afe69ab96" providerId="ADAL" clId="{72BD8168-86F3-43FC-B709-0507F7810D7D}" dt="2026-09-09T13:38:46.849" v="1618" actId="20577"/>
          <ac:spMkLst>
            <pc:docMk/>
            <pc:sldMk cId="1608522384" sldId="295"/>
            <ac:spMk id="240" creationId="{6FE153BF-A3BF-1105-4DBE-701E454761AB}"/>
          </ac:spMkLst>
        </pc:spChg>
        <pc:spChg chg="mod">
          <ac:chgData name="Anthony (Tony) Wilhelm" userId="111808ec-cec1-4bb5-b99a-563afe69ab96" providerId="ADAL" clId="{72BD8168-86F3-43FC-B709-0507F7810D7D}" dt="2026-09-09T13:42:28.178" v="1881" actId="20577"/>
          <ac:spMkLst>
            <pc:docMk/>
            <pc:sldMk cId="1608522384" sldId="295"/>
            <ac:spMk id="241" creationId="{932D6907-13D9-307A-A8E4-7B29213F228E}"/>
          </ac:spMkLst>
        </pc:spChg>
      </pc:sldChg>
      <pc:sldChg chg="modSp add mod">
        <pc:chgData name="Anthony (Tony) Wilhelm" userId="111808ec-cec1-4bb5-b99a-563afe69ab96" providerId="ADAL" clId="{72BD8168-86F3-43FC-B709-0507F7810D7D}" dt="2026-09-09T13:43:06.907" v="1938" actId="6549"/>
        <pc:sldMkLst>
          <pc:docMk/>
          <pc:sldMk cId="1733928068" sldId="296"/>
        </pc:sldMkLst>
        <pc:spChg chg="mod">
          <ac:chgData name="Anthony (Tony) Wilhelm" userId="111808ec-cec1-4bb5-b99a-563afe69ab96" providerId="ADAL" clId="{72BD8168-86F3-43FC-B709-0507F7810D7D}" dt="2026-09-09T13:38:57.828" v="1645" actId="20577"/>
          <ac:spMkLst>
            <pc:docMk/>
            <pc:sldMk cId="1733928068" sldId="296"/>
            <ac:spMk id="249" creationId="{18868059-D087-8E14-0DD3-0640DDDC7962}"/>
          </ac:spMkLst>
        </pc:spChg>
        <pc:spChg chg="mod">
          <ac:chgData name="Anthony (Tony) Wilhelm" userId="111808ec-cec1-4bb5-b99a-563afe69ab96" providerId="ADAL" clId="{72BD8168-86F3-43FC-B709-0507F7810D7D}" dt="2026-09-09T13:43:06.907" v="1938" actId="6549"/>
          <ac:spMkLst>
            <pc:docMk/>
            <pc:sldMk cId="1733928068" sldId="296"/>
            <ac:spMk id="251" creationId="{BBA8F25C-FB0D-4903-4D65-87687DC28459}"/>
          </ac:spMkLst>
        </pc:spChg>
      </pc:sldChg>
      <pc:sldChg chg="add del">
        <pc:chgData name="Anthony (Tony) Wilhelm" userId="111808ec-cec1-4bb5-b99a-563afe69ab96" providerId="ADAL" clId="{72BD8168-86F3-43FC-B709-0507F7810D7D}" dt="2026-09-09T13:39:01.693" v="1647"/>
        <pc:sldMkLst>
          <pc:docMk/>
          <pc:sldMk cId="1528800501" sldId="297"/>
        </pc:sldMkLst>
      </pc:sldChg>
      <pc:sldChg chg="modSp add mod">
        <pc:chgData name="Anthony (Tony) Wilhelm" userId="111808ec-cec1-4bb5-b99a-563afe69ab96" providerId="ADAL" clId="{72BD8168-86F3-43FC-B709-0507F7810D7D}" dt="2026-09-09T13:40:57.130" v="1759" actId="20577"/>
        <pc:sldMkLst>
          <pc:docMk/>
          <pc:sldMk cId="2632336217" sldId="297"/>
        </pc:sldMkLst>
        <pc:spChg chg="mod">
          <ac:chgData name="Anthony (Tony) Wilhelm" userId="111808ec-cec1-4bb5-b99a-563afe69ab96" providerId="ADAL" clId="{72BD8168-86F3-43FC-B709-0507F7810D7D}" dt="2026-09-09T13:39:12.411" v="1664" actId="20577"/>
          <ac:spMkLst>
            <pc:docMk/>
            <pc:sldMk cId="2632336217" sldId="297"/>
            <ac:spMk id="240" creationId="{2B7E60BF-36EB-B18E-643D-3E87C4C74682}"/>
          </ac:spMkLst>
        </pc:spChg>
        <pc:spChg chg="mod">
          <ac:chgData name="Anthony (Tony) Wilhelm" userId="111808ec-cec1-4bb5-b99a-563afe69ab96" providerId="ADAL" clId="{72BD8168-86F3-43FC-B709-0507F7810D7D}" dt="2026-09-09T13:40:57.130" v="1759" actId="20577"/>
          <ac:spMkLst>
            <pc:docMk/>
            <pc:sldMk cId="2632336217" sldId="297"/>
            <ac:spMk id="241" creationId="{D2EFD5D1-D15D-396F-F05A-4960F415B7A1}"/>
          </ac:spMkLst>
        </pc:spChg>
      </pc:sldChg>
      <pc:sldChg chg="add del">
        <pc:chgData name="Anthony (Tony) Wilhelm" userId="111808ec-cec1-4bb5-b99a-563afe69ab96" providerId="ADAL" clId="{72BD8168-86F3-43FC-B709-0507F7810D7D}" dt="2026-09-09T13:39:01.693" v="1647"/>
        <pc:sldMkLst>
          <pc:docMk/>
          <pc:sldMk cId="1378742078" sldId="298"/>
        </pc:sldMkLst>
      </pc:sldChg>
      <pc:sldChg chg="modSp add mod">
        <pc:chgData name="Anthony (Tony) Wilhelm" userId="111808ec-cec1-4bb5-b99a-563afe69ab96" providerId="ADAL" clId="{72BD8168-86F3-43FC-B709-0507F7810D7D}" dt="2026-09-09T13:41:40.354" v="1830" actId="20577"/>
        <pc:sldMkLst>
          <pc:docMk/>
          <pc:sldMk cId="2690853713" sldId="298"/>
        </pc:sldMkLst>
        <pc:spChg chg="mod">
          <ac:chgData name="Anthony (Tony) Wilhelm" userId="111808ec-cec1-4bb5-b99a-563afe69ab96" providerId="ADAL" clId="{72BD8168-86F3-43FC-B709-0507F7810D7D}" dt="2026-09-09T13:39:22.039" v="1685" actId="20577"/>
          <ac:spMkLst>
            <pc:docMk/>
            <pc:sldMk cId="2690853713" sldId="298"/>
            <ac:spMk id="249" creationId="{EEA3A120-633E-5F1E-98C5-F659B0AF313A}"/>
          </ac:spMkLst>
        </pc:spChg>
        <pc:spChg chg="mod">
          <ac:chgData name="Anthony (Tony) Wilhelm" userId="111808ec-cec1-4bb5-b99a-563afe69ab96" providerId="ADAL" clId="{72BD8168-86F3-43FC-B709-0507F7810D7D}" dt="2026-09-09T13:41:40.354" v="1830" actId="20577"/>
          <ac:spMkLst>
            <pc:docMk/>
            <pc:sldMk cId="2690853713" sldId="298"/>
            <ac:spMk id="251" creationId="{ECDB4D55-E769-EED1-5D7D-9FE7D704A023}"/>
          </ac:spMkLst>
        </pc:spChg>
      </pc:sldChg>
      <pc:sldChg chg="modSp add mod">
        <pc:chgData name="Anthony (Tony) Wilhelm" userId="111808ec-cec1-4bb5-b99a-563afe69ab96" providerId="ADAL" clId="{72BD8168-86F3-43FC-B709-0507F7810D7D}" dt="2026-09-09T13:40:12.002" v="1722" actId="20577"/>
        <pc:sldMkLst>
          <pc:docMk/>
          <pc:sldMk cId="324158456" sldId="299"/>
        </pc:sldMkLst>
        <pc:spChg chg="mod">
          <ac:chgData name="Anthony (Tony) Wilhelm" userId="111808ec-cec1-4bb5-b99a-563afe69ab96" providerId="ADAL" clId="{72BD8168-86F3-43FC-B709-0507F7810D7D}" dt="2026-09-09T13:39:32.243" v="1700" actId="20577"/>
          <ac:spMkLst>
            <pc:docMk/>
            <pc:sldMk cId="324158456" sldId="299"/>
            <ac:spMk id="240" creationId="{0DA923D8-1570-A6E2-CAFD-79964FD1617D}"/>
          </ac:spMkLst>
        </pc:spChg>
        <pc:spChg chg="mod">
          <ac:chgData name="Anthony (Tony) Wilhelm" userId="111808ec-cec1-4bb5-b99a-563afe69ab96" providerId="ADAL" clId="{72BD8168-86F3-43FC-B709-0507F7810D7D}" dt="2026-09-09T13:40:12.002" v="1722" actId="20577"/>
          <ac:spMkLst>
            <pc:docMk/>
            <pc:sldMk cId="324158456" sldId="299"/>
            <ac:spMk id="241" creationId="{2BBFFB47-CABC-448E-2BEA-368ADE1E5711}"/>
          </ac:spMkLst>
        </pc:spChg>
      </pc:sldChg>
      <pc:sldChg chg="modSp add mod">
        <pc:chgData name="Anthony (Tony) Wilhelm" userId="111808ec-cec1-4bb5-b99a-563afe69ab96" providerId="ADAL" clId="{72BD8168-86F3-43FC-B709-0507F7810D7D}" dt="2026-09-09T13:40:46.858" v="1754" actId="20577"/>
        <pc:sldMkLst>
          <pc:docMk/>
          <pc:sldMk cId="3964781475" sldId="300"/>
        </pc:sldMkLst>
        <pc:spChg chg="mod">
          <ac:chgData name="Anthony (Tony) Wilhelm" userId="111808ec-cec1-4bb5-b99a-563afe69ab96" providerId="ADAL" clId="{72BD8168-86F3-43FC-B709-0507F7810D7D}" dt="2026-09-09T13:39:41.226" v="1718" actId="20577"/>
          <ac:spMkLst>
            <pc:docMk/>
            <pc:sldMk cId="3964781475" sldId="300"/>
            <ac:spMk id="249" creationId="{164F1FE4-6BBC-97CE-8928-4959FD6F54E9}"/>
          </ac:spMkLst>
        </pc:spChg>
        <pc:spChg chg="mod">
          <ac:chgData name="Anthony (Tony) Wilhelm" userId="111808ec-cec1-4bb5-b99a-563afe69ab96" providerId="ADAL" clId="{72BD8168-86F3-43FC-B709-0507F7810D7D}" dt="2026-09-09T13:40:46.858" v="1754" actId="20577"/>
          <ac:spMkLst>
            <pc:docMk/>
            <pc:sldMk cId="3964781475" sldId="300"/>
            <ac:spMk id="251" creationId="{E2ED077F-B203-0366-2AC0-DC7510F90D93}"/>
          </ac:spMkLst>
        </pc:spChg>
      </pc:sldChg>
      <pc:sldChg chg="modSp add mod">
        <pc:chgData name="Anthony (Tony) Wilhelm" userId="111808ec-cec1-4bb5-b99a-563afe69ab96" providerId="ADAL" clId="{72BD8168-86F3-43FC-B709-0507F7810D7D}" dt="2026-09-09T13:47:57.320" v="2181" actId="20577"/>
        <pc:sldMkLst>
          <pc:docMk/>
          <pc:sldMk cId="1405719817" sldId="301"/>
        </pc:sldMkLst>
        <pc:spChg chg="mod">
          <ac:chgData name="Anthony (Tony) Wilhelm" userId="111808ec-cec1-4bb5-b99a-563afe69ab96" providerId="ADAL" clId="{72BD8168-86F3-43FC-B709-0507F7810D7D}" dt="2026-09-09T13:47:24.572" v="2087" actId="20577"/>
          <ac:spMkLst>
            <pc:docMk/>
            <pc:sldMk cId="1405719817" sldId="301"/>
            <ac:spMk id="240" creationId="{D6382D1C-2BC5-11DD-C5BE-C111BCB292BE}"/>
          </ac:spMkLst>
        </pc:spChg>
        <pc:spChg chg="mod">
          <ac:chgData name="Anthony (Tony) Wilhelm" userId="111808ec-cec1-4bb5-b99a-563afe69ab96" providerId="ADAL" clId="{72BD8168-86F3-43FC-B709-0507F7810D7D}" dt="2026-09-09T13:47:57.320" v="2181" actId="20577"/>
          <ac:spMkLst>
            <pc:docMk/>
            <pc:sldMk cId="1405719817" sldId="301"/>
            <ac:spMk id="241" creationId="{4AFEF51C-C735-5426-C80D-31A0A221BBBC}"/>
          </ac:spMkLst>
        </pc:spChg>
      </pc:sldChg>
      <pc:sldChg chg="modSp add mod">
        <pc:chgData name="Anthony (Tony) Wilhelm" userId="111808ec-cec1-4bb5-b99a-563afe69ab96" providerId="ADAL" clId="{72BD8168-86F3-43FC-B709-0507F7810D7D}" dt="2026-09-09T13:48:30.280" v="2246" actId="20577"/>
        <pc:sldMkLst>
          <pc:docMk/>
          <pc:sldMk cId="2003364496" sldId="302"/>
        </pc:sldMkLst>
        <pc:spChg chg="mod">
          <ac:chgData name="Anthony (Tony) Wilhelm" userId="111808ec-cec1-4bb5-b99a-563afe69ab96" providerId="ADAL" clId="{72BD8168-86F3-43FC-B709-0507F7810D7D}" dt="2026-09-09T13:48:30.280" v="2246" actId="20577"/>
          <ac:spMkLst>
            <pc:docMk/>
            <pc:sldMk cId="2003364496" sldId="302"/>
            <ac:spMk id="249" creationId="{72C2EA6E-6AE6-DA3A-3A68-C112F33072FE}"/>
          </ac:spMkLst>
        </pc:spChg>
        <pc:spChg chg="mod">
          <ac:chgData name="Anthony (Tony) Wilhelm" userId="111808ec-cec1-4bb5-b99a-563afe69ab96" providerId="ADAL" clId="{72BD8168-86F3-43FC-B709-0507F7810D7D}" dt="2026-09-09T13:48:25.367" v="2244" actId="20577"/>
          <ac:spMkLst>
            <pc:docMk/>
            <pc:sldMk cId="2003364496" sldId="302"/>
            <ac:spMk id="251" creationId="{3D066947-52F8-6D22-62D5-0E0460FB281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0F47A-B45E-4BA5-A9CD-AB88E7BB2651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B8D92-2F8A-4825-B625-F45DCD9BE3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6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Just glance over </a:t>
            </a:r>
            <a:endParaRPr/>
          </a:p>
        </p:txBody>
      </p:sp>
      <p:sp>
        <p:nvSpPr>
          <p:cNvPr id="158" name="Google Shape;1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>
          <a:extLst>
            <a:ext uri="{FF2B5EF4-FFF2-40B4-BE49-F238E27FC236}">
              <a16:creationId xmlns:a16="http://schemas.microsoft.com/office/drawing/2014/main" id="{48BBA2AC-1E11-BCDB-A28B-4FC5CC3DD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>
            <a:extLst>
              <a:ext uri="{FF2B5EF4-FFF2-40B4-BE49-F238E27FC236}">
                <a16:creationId xmlns:a16="http://schemas.microsoft.com/office/drawing/2014/main" id="{D0A68993-654D-ECEC-33BF-54F9291830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p19:notes">
            <a:extLst>
              <a:ext uri="{FF2B5EF4-FFF2-40B4-BE49-F238E27FC236}">
                <a16:creationId xmlns:a16="http://schemas.microsoft.com/office/drawing/2014/main" id="{0EDE99AE-C28C-1E5C-6113-7DD171AE20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>
            <a:extLst>
              <a:ext uri="{FF2B5EF4-FFF2-40B4-BE49-F238E27FC236}">
                <a16:creationId xmlns:a16="http://schemas.microsoft.com/office/drawing/2014/main" id="{037BBDFF-DCD9-0A6B-6A33-0292CC1D47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491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33D9A0BB-0362-8ABC-EC1D-6666C23E5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>
            <a:extLst>
              <a:ext uri="{FF2B5EF4-FFF2-40B4-BE49-F238E27FC236}">
                <a16:creationId xmlns:a16="http://schemas.microsoft.com/office/drawing/2014/main" id="{93115505-044F-C4C5-29C8-568D80F705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0:notes">
            <a:extLst>
              <a:ext uri="{FF2B5EF4-FFF2-40B4-BE49-F238E27FC236}">
                <a16:creationId xmlns:a16="http://schemas.microsoft.com/office/drawing/2014/main" id="{77305822-A18B-35BF-DF26-8622C7EB87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>
            <a:extLst>
              <a:ext uri="{FF2B5EF4-FFF2-40B4-BE49-F238E27FC236}">
                <a16:creationId xmlns:a16="http://schemas.microsoft.com/office/drawing/2014/main" id="{8CE3A1CD-CB2C-4860-3277-EC5731970B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0302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5FAEEF1-AA03-E814-5718-B49B8A805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>
            <a:extLst>
              <a:ext uri="{FF2B5EF4-FFF2-40B4-BE49-F238E27FC236}">
                <a16:creationId xmlns:a16="http://schemas.microsoft.com/office/drawing/2014/main" id="{F98E2D27-D62B-1F96-DEF4-785558C6E3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>
            <a:extLst>
              <a:ext uri="{FF2B5EF4-FFF2-40B4-BE49-F238E27FC236}">
                <a16:creationId xmlns:a16="http://schemas.microsoft.com/office/drawing/2014/main" id="{1F549572-9EDC-2117-6E87-C9CE49B405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0550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92415A20-DB6E-2D3F-24A5-8A2729731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>
            <a:extLst>
              <a:ext uri="{FF2B5EF4-FFF2-40B4-BE49-F238E27FC236}">
                <a16:creationId xmlns:a16="http://schemas.microsoft.com/office/drawing/2014/main" id="{DF491DDE-5ADE-09A0-3238-05B7AEE33F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0:notes">
            <a:extLst>
              <a:ext uri="{FF2B5EF4-FFF2-40B4-BE49-F238E27FC236}">
                <a16:creationId xmlns:a16="http://schemas.microsoft.com/office/drawing/2014/main" id="{F634CE8F-66A1-6BDC-F8E6-F347FFAED3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>
            <a:extLst>
              <a:ext uri="{FF2B5EF4-FFF2-40B4-BE49-F238E27FC236}">
                <a16:creationId xmlns:a16="http://schemas.microsoft.com/office/drawing/2014/main" id="{3D441B1E-9F21-FAA0-69AA-8ACA7FA9F0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9112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95C5733-B9D9-D7C0-EFB9-DCFAD1344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>
            <a:extLst>
              <a:ext uri="{FF2B5EF4-FFF2-40B4-BE49-F238E27FC236}">
                <a16:creationId xmlns:a16="http://schemas.microsoft.com/office/drawing/2014/main" id="{3C9B89A9-339B-819A-84ED-A6B2481D1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>
            <a:extLst>
              <a:ext uri="{FF2B5EF4-FFF2-40B4-BE49-F238E27FC236}">
                <a16:creationId xmlns:a16="http://schemas.microsoft.com/office/drawing/2014/main" id="{7EF9042A-6F40-57D4-AC2E-4A7C859916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4264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C28A541F-DA8C-91DC-6300-1656160D8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>
            <a:extLst>
              <a:ext uri="{FF2B5EF4-FFF2-40B4-BE49-F238E27FC236}">
                <a16:creationId xmlns:a16="http://schemas.microsoft.com/office/drawing/2014/main" id="{7283DF2F-4DDD-F9FC-8BB9-0A8A9F258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0:notes">
            <a:extLst>
              <a:ext uri="{FF2B5EF4-FFF2-40B4-BE49-F238E27FC236}">
                <a16:creationId xmlns:a16="http://schemas.microsoft.com/office/drawing/2014/main" id="{D642CF7D-65AB-E55C-CD58-7D626D9EFE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>
            <a:extLst>
              <a:ext uri="{FF2B5EF4-FFF2-40B4-BE49-F238E27FC236}">
                <a16:creationId xmlns:a16="http://schemas.microsoft.com/office/drawing/2014/main" id="{49EE58F2-25C5-9DF5-3EDA-EB16C73D97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5678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848B90D-D768-BB7B-FE71-6F016DA1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>
            <a:extLst>
              <a:ext uri="{FF2B5EF4-FFF2-40B4-BE49-F238E27FC236}">
                <a16:creationId xmlns:a16="http://schemas.microsoft.com/office/drawing/2014/main" id="{A7800212-64B1-BBB6-0B4D-9292227012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>
            <a:extLst>
              <a:ext uri="{FF2B5EF4-FFF2-40B4-BE49-F238E27FC236}">
                <a16:creationId xmlns:a16="http://schemas.microsoft.com/office/drawing/2014/main" id="{919681FE-0BC6-0784-A25E-485E779F18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8697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9A707CB6-15B2-5840-D77B-2AA6474A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>
            <a:extLst>
              <a:ext uri="{FF2B5EF4-FFF2-40B4-BE49-F238E27FC236}">
                <a16:creationId xmlns:a16="http://schemas.microsoft.com/office/drawing/2014/main" id="{5342DCA4-3F6A-C010-BD30-70ABBDB7D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0:notes">
            <a:extLst>
              <a:ext uri="{FF2B5EF4-FFF2-40B4-BE49-F238E27FC236}">
                <a16:creationId xmlns:a16="http://schemas.microsoft.com/office/drawing/2014/main" id="{152906C8-EA3D-E2B3-B48F-0EDC232265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>
            <a:extLst>
              <a:ext uri="{FF2B5EF4-FFF2-40B4-BE49-F238E27FC236}">
                <a16:creationId xmlns:a16="http://schemas.microsoft.com/office/drawing/2014/main" id="{84DFEB60-9A42-A55B-F247-0B74E6D8F4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701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36AA2D7-0B7E-A5FE-6EDB-1A251092E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>
            <a:extLst>
              <a:ext uri="{FF2B5EF4-FFF2-40B4-BE49-F238E27FC236}">
                <a16:creationId xmlns:a16="http://schemas.microsoft.com/office/drawing/2014/main" id="{545DE4EC-02A4-6E0A-848A-33E0682D5A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>
            <a:extLst>
              <a:ext uri="{FF2B5EF4-FFF2-40B4-BE49-F238E27FC236}">
                <a16:creationId xmlns:a16="http://schemas.microsoft.com/office/drawing/2014/main" id="{0E6C084E-CB9D-BFC2-D834-368F719B2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7578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E4EC2B23-60CB-17FB-D9C8-F10EF010B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>
            <a:extLst>
              <a:ext uri="{FF2B5EF4-FFF2-40B4-BE49-F238E27FC236}">
                <a16:creationId xmlns:a16="http://schemas.microsoft.com/office/drawing/2014/main" id="{91900E86-36E5-4D2F-36E5-07863664C9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0:notes">
            <a:extLst>
              <a:ext uri="{FF2B5EF4-FFF2-40B4-BE49-F238E27FC236}">
                <a16:creationId xmlns:a16="http://schemas.microsoft.com/office/drawing/2014/main" id="{266FFCAB-D3FA-89C7-D1D8-D41D3354B0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>
            <a:extLst>
              <a:ext uri="{FF2B5EF4-FFF2-40B4-BE49-F238E27FC236}">
                <a16:creationId xmlns:a16="http://schemas.microsoft.com/office/drawing/2014/main" id="{ACF71611-C434-4D3B-2699-4F27CEB2E0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69782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B142BD3-AF72-36BC-89D6-C34899BFC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>
            <a:extLst>
              <a:ext uri="{FF2B5EF4-FFF2-40B4-BE49-F238E27FC236}">
                <a16:creationId xmlns:a16="http://schemas.microsoft.com/office/drawing/2014/main" id="{0E6D6939-AC42-1DBE-DA41-D1ED287617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>
            <a:extLst>
              <a:ext uri="{FF2B5EF4-FFF2-40B4-BE49-F238E27FC236}">
                <a16:creationId xmlns:a16="http://schemas.microsoft.com/office/drawing/2014/main" id="{5672CE10-BDCD-94F1-483D-DDFF40FC0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2977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0AC658D2-9E47-EA71-6047-777BCC958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>
            <a:extLst>
              <a:ext uri="{FF2B5EF4-FFF2-40B4-BE49-F238E27FC236}">
                <a16:creationId xmlns:a16="http://schemas.microsoft.com/office/drawing/2014/main" id="{C268872B-93AB-6029-A73D-FC7A72193C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0:notes">
            <a:extLst>
              <a:ext uri="{FF2B5EF4-FFF2-40B4-BE49-F238E27FC236}">
                <a16:creationId xmlns:a16="http://schemas.microsoft.com/office/drawing/2014/main" id="{7EDE51D5-D9F0-5303-B5CE-A15C9F5BBB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>
            <a:extLst>
              <a:ext uri="{FF2B5EF4-FFF2-40B4-BE49-F238E27FC236}">
                <a16:creationId xmlns:a16="http://schemas.microsoft.com/office/drawing/2014/main" id="{306057C3-9E34-66F4-CEB6-6540FFBF0D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03907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AD79DF0-E9CD-9FD0-0D80-33E1918C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>
            <a:extLst>
              <a:ext uri="{FF2B5EF4-FFF2-40B4-BE49-F238E27FC236}">
                <a16:creationId xmlns:a16="http://schemas.microsoft.com/office/drawing/2014/main" id="{5EAF8065-FD27-B8D8-02D1-F4B0B38D2A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>
            <a:extLst>
              <a:ext uri="{FF2B5EF4-FFF2-40B4-BE49-F238E27FC236}">
                <a16:creationId xmlns:a16="http://schemas.microsoft.com/office/drawing/2014/main" id="{DE8B803D-A7B3-56F7-EA41-1F59BA434E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90744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4082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BEDD5-A321-EDB2-5B4D-A12C78ABB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11C73-502E-E407-B962-2EBD44B7C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22A33-F59D-2FBD-3DBF-3870A3C9D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3CAE-9E5F-4E2D-B880-B759C5AF7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4E062-8120-8D14-A710-2E7E898C9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34AF4-CCED-FB76-AF9E-EF4A81F46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9C4E6-FCD5-4886-B694-F01B40FA2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60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9548-3E2D-E3B0-7F20-0FC3FC0AD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B628E-20C8-ECA3-B6D6-24B0D48F7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84DC1-1742-3C48-2DCB-96AA6C71A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3CAE-9E5F-4E2D-B880-B759C5AF7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8778D-A64E-C123-2A23-7395DBA35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B8B01-4636-4176-4E0E-AA5B71B7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9C4E6-FCD5-4886-B694-F01B40FA2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0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4858-F0E2-A80E-ECF0-EF7AF8D16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12A83-63F8-2FEE-EF09-70934CEA9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66742-FE32-7B2A-2C50-684BBB02F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3CAE-9E5F-4E2D-B880-B759C5AF7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1C3DA-23A0-361A-4161-857C15AEE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23B01-B7B3-7F97-463A-9D86FCED7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9C4E6-FCD5-4886-B694-F01B40FA2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833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B7398-5426-3EA1-9850-0CDE42A3E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346ED-7D22-8C95-A825-EAC0D7E65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1D31C-0A0F-F8FB-7216-CED92E17F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B03C2-2EE4-1E45-798C-45E7CE55F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3CAE-9E5F-4E2D-B880-B759C5AF7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0F3D5-B2F1-4B09-413B-576560A6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BC48D-5EE7-F84D-285B-C9D6C107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9C4E6-FCD5-4886-B694-F01B40FA2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3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A0398-87A6-C27F-C9E3-97CC7CBC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573D2-AD2D-2F5D-D580-6DA621FA2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27A27-AF35-E386-CF58-6885C3EC6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A70A55-2250-CF1A-4362-A24021096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D54370-BB67-F742-6435-37E8BECF05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70DA05-4EA3-01EE-18E7-08DAC461B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3CAE-9E5F-4E2D-B880-B759C5AF7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2FEE62-6362-E1CE-B7F9-4325B5605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FFB895-4A20-9D98-B84E-D4020EEB9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9C4E6-FCD5-4886-B694-F01B40FA2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5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F5C4-9F96-0ED2-61FD-07AA67848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465F48-F447-7D8A-7739-C2AFCDEB3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3CAE-9E5F-4E2D-B880-B759C5AF7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62CAC6-CFD0-B85B-CFCF-01233645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04185-FAD2-0AAF-4AE6-2F115835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9C4E6-FCD5-4886-B694-F01B40FA2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73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93C27-D1C5-5A9E-7949-676421BB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3CAE-9E5F-4E2D-B880-B759C5AF7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DB8C6-7714-AC49-12A6-2127BEFBC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0212-0040-CED9-7FC4-9144134A1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9C4E6-FCD5-4886-B694-F01B40FA2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5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B883B-948A-CF5C-0CFC-DC70CEE89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56E3C-4382-3D7F-863C-63307753F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0AEB3-3992-FD9F-4B39-401D0E527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5DE8B-4DDA-AC0B-FD21-03054363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3CAE-9E5F-4E2D-B880-B759C5AF7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C31F2-2E62-2045-439D-D4B9D15A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1E8AC-B773-19EA-DE4E-B7D3E3C66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9C4E6-FCD5-4886-B694-F01B40FA2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38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E0D2B-F88A-583C-F6CE-100C8943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3C9C52-233A-E1C9-BFB7-1FFBD5E4C9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D6B87-8751-2B5D-ACA6-30B6BAB4E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C36FE-3E9F-158A-86F2-A87DB3225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3CAE-9E5F-4E2D-B880-B759C5AF7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33D7E-CA01-13BA-3753-E13470E0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E1E08-F61A-885D-25E2-DA6CD9BB3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9C4E6-FCD5-4886-B694-F01B40FA2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8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39088-1339-A66F-4471-67DBA5B06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19DE19-785C-8053-89A1-FB9529127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20FE0-0645-EC0F-612A-6C48B1BC6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3CAE-9E5F-4E2D-B880-B759C5AF7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120FE-4DAA-7DC2-EFB9-167F1D588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CE910-23F2-171C-9599-0CF4072C0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9C4E6-FCD5-4886-B694-F01B40FA2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68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7E3559-1477-18A0-04B4-80692EB37F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57731-DC90-9FAA-3403-7179DE9FB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A4E77-CD1A-5947-D3EE-65E81AB2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3CAE-9E5F-4E2D-B880-B759C5AF7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73BC7-8C50-62AD-426D-835D05272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B99F2-19A8-F5D3-AC58-4EFEF743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9C4E6-FCD5-4886-B694-F01B40FA2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54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5884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0793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8683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38717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3262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7439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35995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63582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9403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15110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9642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67BF86-EE3D-56DA-4BCA-D79FE46C8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2C92B-9578-3EC5-B2CC-E0B301080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58C99-2BDD-C003-26A2-D374314F9A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13CAE-9E5F-4E2D-B880-B759C5AF7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16A3A-9207-7D70-A9F1-17E3E3068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4E846-490E-287A-A9A5-E92948B2D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9C4E6-FCD5-4886-B694-F01B40FA2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98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61488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tonywsql@wilhelm-tech.com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hyperlink" Target="https://github.com/TonyWSQL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v-roddba.blogspot.com/" TargetMode="Externa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136396" y="457201"/>
            <a:ext cx="5814300" cy="25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algn="l">
              <a:spcBef>
                <a:spcPts val="0"/>
              </a:spcBef>
              <a:buClr>
                <a:schemeClr val="dk1"/>
              </a:buClr>
              <a:buSzPts val="4800"/>
            </a:pPr>
            <a:r>
              <a:rPr lang="en-US" sz="5400" dirty="0"/>
              <a:t>Your Script Called.</a:t>
            </a:r>
            <a:br>
              <a:rPr lang="en-US" sz="5400" dirty="0"/>
            </a:br>
            <a:r>
              <a:rPr lang="en-US" sz="6600" dirty="0"/>
              <a:t>It Wants to Be a Function.</a:t>
            </a:r>
            <a:endParaRPr sz="64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136396" y="4479636"/>
            <a:ext cx="5814300" cy="1473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b="1" dirty="0"/>
              <a:t>Anthony (Tony) Wilhelm</a:t>
            </a:r>
            <a:br>
              <a:rPr lang="en-US" sz="2600" b="1" dirty="0"/>
            </a:br>
            <a:r>
              <a:rPr lang="en-US" sz="2600" dirty="0"/>
              <a:t>Technology Leader, Senior Consultant</a:t>
            </a:r>
            <a:br>
              <a:rPr lang="en-US" sz="2600" dirty="0"/>
            </a:br>
            <a:r>
              <a:rPr lang="en-US" sz="2600" dirty="0"/>
              <a:t>Data Intelligence</a:t>
            </a:r>
            <a:br>
              <a:rPr lang="en-US" sz="2600" dirty="0"/>
            </a:br>
            <a:r>
              <a:rPr lang="en-US" sz="2600" dirty="0"/>
              <a:t>Moser Consulting, Inc. </a:t>
            </a:r>
            <a:endParaRPr sz="2600" dirty="0"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8169" y="799365"/>
            <a:ext cx="2896062" cy="2210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descr="dbatools (@psdbatools) / Twitt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0213" y="3375824"/>
            <a:ext cx="2243263" cy="2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  <a:gs pos="100000">
                <a:srgbClr val="000000"/>
              </a:gs>
            </a:gsLst>
            <a:lin ang="10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100000">
                <a:srgbClr val="2F5496"/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Tony Wilhelm</a:t>
            </a:r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body" idx="1"/>
          </p:nvPr>
        </p:nvSpPr>
        <p:spPr>
          <a:xfrm>
            <a:off x="228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Started with Microsoft Access in the 90’s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Been using SQL server since 7.0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u="sng" dirty="0">
                <a:solidFill>
                  <a:schemeClr val="hlink"/>
                </a:solidFill>
                <a:latin typeface="+mj-lt"/>
                <a:ea typeface="Arial"/>
                <a:cs typeface="Arial"/>
                <a:sym typeface="Arial"/>
                <a:hlinkClick r:id="rId3"/>
              </a:rPr>
              <a:t>tonywsql@wilhelm-tech.com</a:t>
            </a:r>
            <a:endParaRPr sz="2600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     @tonywsql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      </a:t>
            </a: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  <a:hlinkClick r:id="rId4"/>
              </a:rPr>
              <a:t>https://v-roddba.blogspot.com/</a:t>
            </a:r>
            <a:endParaRPr lang="en-US" sz="2600" b="0" i="0" u="none" strike="noStrike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dirty="0">
                <a:latin typeface="+mj-lt"/>
              </a:rPr>
              <a:t>      </a:t>
            </a:r>
            <a:r>
              <a:rPr lang="en-US" sz="2600" dirty="0">
                <a:latin typeface="+mj-lt"/>
                <a:hlinkClick r:id="rId5"/>
              </a:rPr>
              <a:t>https://github.com/TonyWSQL</a:t>
            </a:r>
            <a:endParaRPr sz="2600" dirty="0">
              <a:latin typeface="+mj-lt"/>
            </a:endParaRPr>
          </a:p>
        </p:txBody>
      </p:sp>
      <p:pic>
        <p:nvPicPr>
          <p:cNvPr id="1026" name="Picture 2" descr="Twitter logo png, Twitter icon transparent free png 18930745 PNG">
            <a:extLst>
              <a:ext uri="{FF2B5EF4-FFF2-40B4-BE49-F238E27FC236}">
                <a16:creationId xmlns:a16="http://schemas.microsoft.com/office/drawing/2014/main" id="{77A8FF47-810A-F7F2-B2E9-AFB6E362A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60180" y="4091232"/>
            <a:ext cx="711723" cy="71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Logos and Usage · GitHub">
            <a:extLst>
              <a:ext uri="{FF2B5EF4-FFF2-40B4-BE49-F238E27FC236}">
                <a16:creationId xmlns:a16="http://schemas.microsoft.com/office/drawing/2014/main" id="{7C9BD6B7-44DA-5C3C-E60A-E46FD371F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5097750"/>
            <a:ext cx="61912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F886A15-8696-37A6-4205-45F2E8AB5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41" y="4699905"/>
            <a:ext cx="445984" cy="445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FC2D80-46D4-2DBA-B1E1-3FD9D18A3C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630" y="1590741"/>
            <a:ext cx="2069592" cy="2069592"/>
          </a:xfrm>
          <a:prstGeom prst="rect">
            <a:avLst/>
          </a:prstGeom>
        </p:spPr>
      </p:pic>
      <p:pic>
        <p:nvPicPr>
          <p:cNvPr id="141" name="Google Shape;141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07577" y="2033475"/>
            <a:ext cx="3683400" cy="3683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1441A95-B3ED-243E-22DC-6C44089FD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30868" y="3571682"/>
            <a:ext cx="1313116" cy="175082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4144562-9FC2-C6F7-93CE-787EF2C15B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82626" y="5649062"/>
            <a:ext cx="60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 flipH="1">
            <a:off x="0" y="0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>
            <a:spLocks noGrp="1"/>
          </p:cNvSpPr>
          <p:nvPr>
            <p:ph type="title"/>
          </p:nvPr>
        </p:nvSpPr>
        <p:spPr>
          <a:xfrm>
            <a:off x="1508166" y="365125"/>
            <a:ext cx="984563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What We Are Building</a:t>
            </a:r>
            <a:endParaRPr lang="en-US" dirty="0"/>
          </a:p>
        </p:txBody>
      </p:sp>
      <p:sp>
        <p:nvSpPr>
          <p:cNvPr id="165" name="Google Shape;165;p3"/>
          <p:cNvSpPr txBox="1">
            <a:spLocks noGrp="1"/>
          </p:cNvSpPr>
          <p:nvPr>
            <p:ph type="body" idx="1"/>
          </p:nvPr>
        </p:nvSpPr>
        <p:spPr>
          <a:xfrm>
            <a:off x="838200" y="2743200"/>
            <a:ext cx="5181600" cy="343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 sz="2600" dirty="0"/>
              <a:t>Server Inventory</a:t>
            </a:r>
          </a:p>
          <a:p>
            <a:pPr indent="-457200">
              <a:buSzPts val="1700"/>
            </a:pPr>
            <a:r>
              <a:rPr lang="en-US" sz="2600" dirty="0"/>
              <a:t>Computer &amp; SQL Instance Name</a:t>
            </a:r>
          </a:p>
          <a:p>
            <a:pPr indent="-457200">
              <a:buSzPts val="1700"/>
            </a:pPr>
            <a:r>
              <a:rPr lang="en-US" sz="2600" dirty="0"/>
              <a:t>Versions</a:t>
            </a:r>
          </a:p>
          <a:p>
            <a:pPr indent="-457200">
              <a:buSzPts val="1700"/>
            </a:pPr>
            <a:r>
              <a:rPr lang="en-US" sz="2600" dirty="0"/>
              <a:t>CPU &amp; Parallelism </a:t>
            </a:r>
          </a:p>
          <a:p>
            <a:pPr indent="-457200">
              <a:buSzPts val="1700"/>
            </a:pPr>
            <a:r>
              <a:rPr lang="en-US" sz="2600" dirty="0"/>
              <a:t>Max Memory Configuration</a:t>
            </a:r>
          </a:p>
          <a:p>
            <a:pPr indent="-457200">
              <a:buSzPts val="1700"/>
            </a:pPr>
            <a:r>
              <a:rPr lang="en-US" sz="2600" dirty="0"/>
              <a:t>Common Settings </a:t>
            </a:r>
          </a:p>
          <a:p>
            <a:pPr indent="-457200">
              <a:buSzPts val="1700"/>
            </a:pPr>
            <a:r>
              <a:rPr lang="en-US" sz="2600" dirty="0"/>
              <a:t>Paths</a:t>
            </a:r>
          </a:p>
          <a:p>
            <a:pPr indent="-457200">
              <a:buSzPts val="1700"/>
            </a:pPr>
            <a:endParaRPr lang="en-US" sz="26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5A06CC-3491-F340-ED24-3094B312523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2743200"/>
            <a:ext cx="5181600" cy="3433762"/>
          </a:xfrm>
        </p:spPr>
        <p:txBody>
          <a:bodyPr anchor="t">
            <a:normAutofit lnSpcReduction="10000"/>
          </a:bodyPr>
          <a:lstStyle/>
          <a:p>
            <a:pPr marL="0" lvl="0" indent="0">
              <a:buSzPts val="1700"/>
              <a:buNone/>
            </a:pPr>
            <a:r>
              <a:rPr lang="en-US" dirty="0"/>
              <a:t>Database Inventory</a:t>
            </a:r>
          </a:p>
          <a:p>
            <a:pPr indent="-457200">
              <a:buSzPts val="1700"/>
            </a:pPr>
            <a:r>
              <a:rPr lang="en-US" dirty="0"/>
              <a:t>Name</a:t>
            </a:r>
          </a:p>
          <a:p>
            <a:pPr indent="-457200">
              <a:buSzPts val="1700"/>
            </a:pPr>
            <a:r>
              <a:rPr lang="en-US" dirty="0"/>
              <a:t>Create Date</a:t>
            </a:r>
          </a:p>
          <a:p>
            <a:pPr indent="-457200">
              <a:buSzPts val="1700"/>
            </a:pPr>
            <a:r>
              <a:rPr lang="en-US" dirty="0"/>
              <a:t>Recovery Model</a:t>
            </a:r>
          </a:p>
          <a:p>
            <a:pPr indent="-457200">
              <a:buSzPts val="1700"/>
            </a:pPr>
            <a:r>
              <a:rPr lang="en-US" dirty="0"/>
              <a:t>Size</a:t>
            </a:r>
          </a:p>
          <a:p>
            <a:pPr indent="-457200">
              <a:buSzPts val="1700"/>
            </a:pPr>
            <a:r>
              <a:rPr lang="en-US" dirty="0"/>
              <a:t>Owner</a:t>
            </a:r>
          </a:p>
          <a:p>
            <a:pPr indent="-457200">
              <a:buSzPts val="1700"/>
            </a:pPr>
            <a:r>
              <a:rPr lang="en-US" dirty="0"/>
              <a:t>Compatibility Level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8E9F8C-4235-44DD-83CF-131FA9FAC2F2}"/>
              </a:ext>
            </a:extLst>
          </p:cNvPr>
          <p:cNvSpPr txBox="1"/>
          <p:nvPr/>
        </p:nvSpPr>
        <p:spPr>
          <a:xfrm>
            <a:off x="838200" y="1979271"/>
            <a:ext cx="49954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Get-</a:t>
            </a:r>
            <a:r>
              <a:rPr lang="en-US" sz="2800" dirty="0" err="1"/>
              <a:t>SQLServerInventory</a:t>
            </a:r>
            <a:r>
              <a:rPr lang="en-US" sz="2800" dirty="0"/>
              <a:t> 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>
          <a:extLst>
            <a:ext uri="{FF2B5EF4-FFF2-40B4-BE49-F238E27FC236}">
              <a16:creationId xmlns:a16="http://schemas.microsoft.com/office/drawing/2014/main" id="{7F84A114-73CC-BC94-C110-07E04441E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>
            <a:extLst>
              <a:ext uri="{FF2B5EF4-FFF2-40B4-BE49-F238E27FC236}">
                <a16:creationId xmlns:a16="http://schemas.microsoft.com/office/drawing/2014/main" id="{A1B8DE4E-F0B8-B316-60FD-0341F5AFC4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>
            <a:extLst>
              <a:ext uri="{FF2B5EF4-FFF2-40B4-BE49-F238E27FC236}">
                <a16:creationId xmlns:a16="http://schemas.microsoft.com/office/drawing/2014/main" id="{DFBB966B-7A40-1E30-DE7A-49A76080A0D4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>
            <a:extLst>
              <a:ext uri="{FF2B5EF4-FFF2-40B4-BE49-F238E27FC236}">
                <a16:creationId xmlns:a16="http://schemas.microsoft.com/office/drawing/2014/main" id="{94951AEA-6B53-531C-9A31-D61E4AC1592E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>
            <a:extLst>
              <a:ext uri="{FF2B5EF4-FFF2-40B4-BE49-F238E27FC236}">
                <a16:creationId xmlns:a16="http://schemas.microsoft.com/office/drawing/2014/main" id="{33526B28-C09C-78FE-A883-0F5D314C22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What is a function?</a:t>
            </a:r>
            <a:endParaRPr dirty="0"/>
          </a:p>
        </p:txBody>
      </p:sp>
      <p:sp>
        <p:nvSpPr>
          <p:cNvPr id="384" name="Google Shape;384;p19">
            <a:extLst>
              <a:ext uri="{FF2B5EF4-FFF2-40B4-BE49-F238E27FC236}">
                <a16:creationId xmlns:a16="http://schemas.microsoft.com/office/drawing/2014/main" id="{1D33B8A2-49B2-DBF7-CA99-6C9C223816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1209" y="1792224"/>
            <a:ext cx="10574422" cy="4209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indent="0">
              <a:buNone/>
            </a:pPr>
            <a:r>
              <a:rPr lang="en-US" sz="2400" dirty="0"/>
              <a:t>Named, reusable block of code
Called exactly like any PowerShell or dbatools function</a:t>
            </a:r>
          </a:p>
          <a:p>
            <a:pPr marL="114300" indent="0">
              <a:buNone/>
            </a:pPr>
            <a:r>
              <a:rPr lang="en-US" sz="2400" dirty="0"/>
              <a:t>Tab completion, Get-Help, Get-Command all work</a:t>
            </a:r>
            <a:endParaRPr lang="en-US" sz="1600" dirty="0"/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Verb-Noun {
    param( ... )
    # your logic here
}</a:t>
            </a:r>
          </a:p>
          <a:p>
            <a:pPr marL="11430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949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rgbClr val="FFFFFF"/>
              </a:buClr>
              <a:buSzPts val="4000"/>
            </a:pPr>
            <a:r>
              <a:rPr lang="en-US" sz="4000" dirty="0">
                <a:solidFill>
                  <a:srgbClr val="FFFFFF"/>
                </a:solidFill>
              </a:rPr>
              <a:t>Why a function</a:t>
            </a:r>
            <a:endParaRPr dirty="0"/>
          </a:p>
        </p:txBody>
      </p:sp>
      <p:sp>
        <p:nvSpPr>
          <p:cNvPr id="241" name="Google Shape;241;p10"/>
          <p:cNvSpPr txBox="1">
            <a:spLocks noGrp="1"/>
          </p:cNvSpPr>
          <p:nvPr>
            <p:ph type="body" idx="2"/>
          </p:nvPr>
        </p:nvSpPr>
        <p:spPr>
          <a:xfrm>
            <a:off x="1166297" y="2112579"/>
            <a:ext cx="4872919" cy="40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Copy/paste doesn't scale</a:t>
            </a:r>
          </a:p>
          <a:p>
            <a:r>
              <a:rPr lang="en-US" dirty="0"/>
              <a:t>Functions are first-class citizens</a:t>
            </a:r>
          </a:p>
          <a:p>
            <a:r>
              <a:rPr lang="en-US" dirty="0"/>
              <a:t>Goal: reusable, pipeline-friendly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5156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 dirty="0">
                <a:solidFill>
                  <a:srgbClr val="FFFFFF"/>
                </a:solidFill>
              </a:rPr>
              <a:t>1 – Why a function</a:t>
            </a:r>
            <a:endParaRPr dirty="0"/>
          </a:p>
        </p:txBody>
      </p:sp>
      <p:pic>
        <p:nvPicPr>
          <p:cNvPr id="250" name="Google Shape;250;p11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b="1" dirty="0"/>
              <a:t>Why Functions</a:t>
            </a:r>
            <a:endParaRPr lang="en-US" dirty="0"/>
          </a:p>
          <a:p>
            <a:r>
              <a:rPr lang="en-US" dirty="0"/>
              <a:t>The copy/paste problem</a:t>
            </a:r>
          </a:p>
          <a:p>
            <a:r>
              <a:rPr lang="en-US" dirty="0"/>
              <a:t>The payoff one-liner</a:t>
            </a:r>
          </a:p>
          <a:p>
            <a:r>
              <a:rPr lang="en-US" dirty="0"/>
              <a:t>Bare function shell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0F1A00DF-6707-5934-22B7-4138D171F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>
            <a:extLst>
              <a:ext uri="{FF2B5EF4-FFF2-40B4-BE49-F238E27FC236}">
                <a16:creationId xmlns:a16="http://schemas.microsoft.com/office/drawing/2014/main" id="{2DA38DC0-C5A3-BE8C-0178-0DA271F3322D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>
            <a:extLst>
              <a:ext uri="{FF2B5EF4-FFF2-40B4-BE49-F238E27FC236}">
                <a16:creationId xmlns:a16="http://schemas.microsoft.com/office/drawing/2014/main" id="{E925B29F-4383-9F33-3A27-5B4502D4C9D4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>
            <a:extLst>
              <a:ext uri="{FF2B5EF4-FFF2-40B4-BE49-F238E27FC236}">
                <a16:creationId xmlns:a16="http://schemas.microsoft.com/office/drawing/2014/main" id="{24F87FA0-C0D6-7715-27EC-0B58A65C2A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Parameter Blocks</a:t>
            </a:r>
            <a:endParaRPr dirty="0"/>
          </a:p>
        </p:txBody>
      </p:sp>
      <p:sp>
        <p:nvSpPr>
          <p:cNvPr id="241" name="Google Shape;241;p10">
            <a:extLst>
              <a:ext uri="{FF2B5EF4-FFF2-40B4-BE49-F238E27FC236}">
                <a16:creationId xmlns:a16="http://schemas.microsoft.com/office/drawing/2014/main" id="{BB83ABDF-CBE7-7635-5B5F-E9472FDE5EB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166297" y="2112579"/>
            <a:ext cx="9699625" cy="40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Give your function real inputs, not just guesses.</a:t>
            </a:r>
          </a:p>
          <a:p>
            <a:pPr marL="255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lang="en-US"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dirty="0"/>
              <a:t>Names start with `$`, typed with `[Type]`</a:t>
            </a:r>
          </a:p>
          <a:p>
            <a:r>
              <a:rPr lang="en-US" dirty="0"/>
              <a:t>Mandatory parameters</a:t>
            </a:r>
          </a:p>
          <a:p>
            <a:r>
              <a:rPr lang="en-US" dirty="0"/>
              <a:t>Default values</a:t>
            </a:r>
          </a:p>
          <a:p>
            <a:r>
              <a:rPr lang="en-US" dirty="0"/>
              <a:t>Parameter sets</a:t>
            </a:r>
          </a:p>
          <a:p>
            <a:r>
              <a:rPr lang="en-US"/>
              <a:t>$</a:t>
            </a:r>
            <a:r>
              <a:rPr lang="en-US" dirty="0" err="1"/>
              <a:t>PSBoundParameters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708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4DCDC7C-F438-A133-A758-0D6BF5C7E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>
            <a:extLst>
              <a:ext uri="{FF2B5EF4-FFF2-40B4-BE49-F238E27FC236}">
                <a16:creationId xmlns:a16="http://schemas.microsoft.com/office/drawing/2014/main" id="{799FBF69-CF6C-9192-C735-6B322D2978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>
            <a:extLst>
              <a:ext uri="{FF2B5EF4-FFF2-40B4-BE49-F238E27FC236}">
                <a16:creationId xmlns:a16="http://schemas.microsoft.com/office/drawing/2014/main" id="{CECAB745-9EBB-6154-1F03-204788FB4B56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>
            <a:extLst>
              <a:ext uri="{FF2B5EF4-FFF2-40B4-BE49-F238E27FC236}">
                <a16:creationId xmlns:a16="http://schemas.microsoft.com/office/drawing/2014/main" id="{817F2073-D549-50AD-799A-3A17C0F13CF4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>
            <a:extLst>
              <a:ext uri="{FF2B5EF4-FFF2-40B4-BE49-F238E27FC236}">
                <a16:creationId xmlns:a16="http://schemas.microsoft.com/office/drawing/2014/main" id="{14CBA37D-29BB-D3AF-ABBC-1B32899A98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5156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rgbClr val="FFFFFF"/>
              </a:buClr>
              <a:buSzPts val="4000"/>
            </a:pPr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2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Parameter Blocks</a:t>
            </a:r>
            <a:endParaRPr dirty="0"/>
          </a:p>
        </p:txBody>
      </p:sp>
      <p:pic>
        <p:nvPicPr>
          <p:cNvPr id="250" name="Google Shape;250;p11" descr="Monitor">
            <a:extLst>
              <a:ext uri="{FF2B5EF4-FFF2-40B4-BE49-F238E27FC236}">
                <a16:creationId xmlns:a16="http://schemas.microsoft.com/office/drawing/2014/main" id="{24EDDC91-1EE5-2B17-D227-A13A7E4295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>
            <a:extLst>
              <a:ext uri="{FF2B5EF4-FFF2-40B4-BE49-F238E27FC236}">
                <a16:creationId xmlns:a16="http://schemas.microsoft.com/office/drawing/2014/main" id="{00C82E08-8403-5ED0-A060-B3394B89379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Parameters</a:t>
            </a:r>
            <a:endParaRPr dirty="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Untyped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Typed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Mandatory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Bound parameters</a:t>
            </a:r>
          </a:p>
        </p:txBody>
      </p:sp>
    </p:spTree>
    <p:extLst>
      <p:ext uri="{BB962C8B-B14F-4D97-AF65-F5344CB8AC3E}">
        <p14:creationId xmlns:p14="http://schemas.microsoft.com/office/powerpoint/2010/main" val="4192124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27EFBA6E-8D92-E5FA-4FEA-DBA4EC0B2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>
            <a:extLst>
              <a:ext uri="{FF2B5EF4-FFF2-40B4-BE49-F238E27FC236}">
                <a16:creationId xmlns:a16="http://schemas.microsoft.com/office/drawing/2014/main" id="{6E8E4FA2-01AC-4734-3759-5A9BBE8107EA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>
            <a:extLst>
              <a:ext uri="{FF2B5EF4-FFF2-40B4-BE49-F238E27FC236}">
                <a16:creationId xmlns:a16="http://schemas.microsoft.com/office/drawing/2014/main" id="{0D609F44-10A5-2F0C-5FA5-55FEB503F09A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>
            <a:extLst>
              <a:ext uri="{FF2B5EF4-FFF2-40B4-BE49-F238E27FC236}">
                <a16:creationId xmlns:a16="http://schemas.microsoft.com/office/drawing/2014/main" id="{0D9808CA-4DCF-0577-0D51-C7DE958769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Default parameters</a:t>
            </a:r>
            <a:endParaRPr dirty="0"/>
          </a:p>
        </p:txBody>
      </p:sp>
      <p:sp>
        <p:nvSpPr>
          <p:cNvPr id="241" name="Google Shape;241;p10">
            <a:extLst>
              <a:ext uri="{FF2B5EF4-FFF2-40B4-BE49-F238E27FC236}">
                <a16:creationId xmlns:a16="http://schemas.microsoft.com/office/drawing/2014/main" id="{046A40CA-3F58-69D9-5B80-0F1E7509AE6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166297" y="2112579"/>
            <a:ext cx="8702098" cy="40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5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 dirty="0"/>
              <a:t>There are some default common parameters for PowerShell functions. We get them for “free” with </a:t>
            </a:r>
            <a:r>
              <a:rPr lang="en-US" sz="2600" dirty="0" err="1"/>
              <a:t>cmdletbinding</a:t>
            </a:r>
            <a:r>
              <a:rPr lang="en-US" sz="2600" dirty="0"/>
              <a:t>.</a:t>
            </a:r>
          </a:p>
          <a:p>
            <a:pPr marL="255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lang="en-US" sz="2600" dirty="0"/>
          </a:p>
          <a:p>
            <a:pPr marL="457455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</a:pPr>
            <a:r>
              <a:rPr lang="en-US" sz="2600" dirty="0"/>
              <a:t>Verbose</a:t>
            </a:r>
          </a:p>
          <a:p>
            <a:pPr marL="457455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</a:pPr>
            <a:r>
              <a:rPr lang="en-US" sz="2600" dirty="0"/>
              <a:t>Confirm</a:t>
            </a:r>
          </a:p>
          <a:p>
            <a:pPr marL="457455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</a:pPr>
            <a:r>
              <a:rPr lang="en-US" sz="2600" dirty="0" err="1"/>
              <a:t>WhatIf</a:t>
            </a:r>
            <a:endParaRPr lang="en-US" sz="2600" dirty="0"/>
          </a:p>
          <a:p>
            <a:pPr marL="457455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</a:pPr>
            <a:r>
              <a:rPr lang="en-US" sz="2600" dirty="0"/>
              <a:t>Debug</a:t>
            </a:r>
          </a:p>
        </p:txBody>
      </p:sp>
    </p:spTree>
    <p:extLst>
      <p:ext uri="{BB962C8B-B14F-4D97-AF65-F5344CB8AC3E}">
        <p14:creationId xmlns:p14="http://schemas.microsoft.com/office/powerpoint/2010/main" val="3019801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9A44FDA-C7AC-2555-5AE7-95CEF912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>
            <a:extLst>
              <a:ext uri="{FF2B5EF4-FFF2-40B4-BE49-F238E27FC236}">
                <a16:creationId xmlns:a16="http://schemas.microsoft.com/office/drawing/2014/main" id="{33027C48-3938-9DB2-2B02-1A199EA4D6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>
            <a:extLst>
              <a:ext uri="{FF2B5EF4-FFF2-40B4-BE49-F238E27FC236}">
                <a16:creationId xmlns:a16="http://schemas.microsoft.com/office/drawing/2014/main" id="{319E4D61-DB1F-D1DC-34E1-E1F19BB15E86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>
            <a:extLst>
              <a:ext uri="{FF2B5EF4-FFF2-40B4-BE49-F238E27FC236}">
                <a16:creationId xmlns:a16="http://schemas.microsoft.com/office/drawing/2014/main" id="{CB1C477F-B838-D313-9750-D1B8F7DC9715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>
            <a:extLst>
              <a:ext uri="{FF2B5EF4-FFF2-40B4-BE49-F238E27FC236}">
                <a16:creationId xmlns:a16="http://schemas.microsoft.com/office/drawing/2014/main" id="{F0D4BB8C-2E2F-6020-52B4-87C0DC0AA4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5156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rgbClr val="FFFFFF"/>
              </a:buClr>
              <a:buSzPts val="4000"/>
            </a:pPr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3 - </a:t>
            </a:r>
            <a:r>
              <a:rPr lang="en-US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Default parameters</a:t>
            </a:r>
            <a:endParaRPr dirty="0"/>
          </a:p>
        </p:txBody>
      </p:sp>
      <p:pic>
        <p:nvPicPr>
          <p:cNvPr id="250" name="Google Shape;250;p11" descr="Monitor">
            <a:extLst>
              <a:ext uri="{FF2B5EF4-FFF2-40B4-BE49-F238E27FC236}">
                <a16:creationId xmlns:a16="http://schemas.microsoft.com/office/drawing/2014/main" id="{2B403F17-FD9B-DA95-F06F-A93FB5D5CF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>
            <a:extLst>
              <a:ext uri="{FF2B5EF4-FFF2-40B4-BE49-F238E27FC236}">
                <a16:creationId xmlns:a16="http://schemas.microsoft.com/office/drawing/2014/main" id="{007007C6-1A97-4420-0D06-51A6BB11020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Using Default Parameters:</a:t>
            </a:r>
            <a:endParaRPr dirty="0"/>
          </a:p>
          <a:p>
            <a:pPr marL="457455" lvl="0" indent="-457200">
              <a:spcBef>
                <a:spcPts val="0"/>
              </a:spcBef>
              <a:buClr>
                <a:schemeClr val="dk1"/>
              </a:buClr>
              <a:buSzPts val="2600"/>
            </a:pPr>
            <a:endParaRPr lang="en-US" dirty="0"/>
          </a:p>
          <a:p>
            <a:pPr marL="457455" lvl="0" indent="-457200">
              <a:spcBef>
                <a:spcPts val="0"/>
              </a:spcBef>
              <a:buClr>
                <a:schemeClr val="dk1"/>
              </a:buClr>
              <a:buSzPts val="2600"/>
            </a:pPr>
            <a:r>
              <a:rPr lang="en-US" dirty="0"/>
              <a:t>Write-Verbose</a:t>
            </a:r>
          </a:p>
          <a:p>
            <a:pPr marL="457455" indent="-457200">
              <a:spcBef>
                <a:spcPts val="0"/>
              </a:spcBef>
              <a:buClr>
                <a:schemeClr val="dk1"/>
              </a:buClr>
              <a:buSzPts val="2600"/>
            </a:pPr>
            <a:r>
              <a:rPr lang="en-US" dirty="0"/>
              <a:t>Write-Debug</a:t>
            </a:r>
          </a:p>
          <a:p>
            <a:pPr marL="457455" lvl="0" indent="-457200">
              <a:spcBef>
                <a:spcPts val="0"/>
              </a:spcBef>
              <a:buClr>
                <a:schemeClr val="dk1"/>
              </a:buClr>
              <a:buSzPts val="2600"/>
            </a:pPr>
            <a:r>
              <a:rPr lang="en-US" dirty="0"/>
              <a:t>Confirm</a:t>
            </a:r>
          </a:p>
          <a:p>
            <a:pPr marL="457455" lvl="0" indent="-457200">
              <a:spcBef>
                <a:spcPts val="0"/>
              </a:spcBef>
              <a:buClr>
                <a:schemeClr val="dk1"/>
              </a:buClr>
              <a:buSzPts val="2600"/>
            </a:pPr>
            <a:r>
              <a:rPr lang="en-US" dirty="0" err="1"/>
              <a:t>WhatIf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591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4C16517E-81BF-9CC2-D74D-1C7F5FD52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>
            <a:extLst>
              <a:ext uri="{FF2B5EF4-FFF2-40B4-BE49-F238E27FC236}">
                <a16:creationId xmlns:a16="http://schemas.microsoft.com/office/drawing/2014/main" id="{F352A3F4-DD74-56FF-17A4-12B51872B2FE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>
            <a:extLst>
              <a:ext uri="{FF2B5EF4-FFF2-40B4-BE49-F238E27FC236}">
                <a16:creationId xmlns:a16="http://schemas.microsoft.com/office/drawing/2014/main" id="{802C676C-F968-70E7-011B-AF7DF261DC01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>
            <a:extLst>
              <a:ext uri="{FF2B5EF4-FFF2-40B4-BE49-F238E27FC236}">
                <a16:creationId xmlns:a16="http://schemas.microsoft.com/office/drawing/2014/main" id="{6FE153BF-A3BF-1105-4DBE-701E454761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Parameter Attributes</a:t>
            </a:r>
            <a:endParaRPr dirty="0"/>
          </a:p>
        </p:txBody>
      </p:sp>
      <p:sp>
        <p:nvSpPr>
          <p:cNvPr id="241" name="Google Shape;241;p10">
            <a:extLst>
              <a:ext uri="{FF2B5EF4-FFF2-40B4-BE49-F238E27FC236}">
                <a16:creationId xmlns:a16="http://schemas.microsoft.com/office/drawing/2014/main" id="{932D6907-13D9-307A-A8E4-7B29213F228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166297" y="2112579"/>
            <a:ext cx="8702098" cy="40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Reject bad input before it ever runs.</a:t>
            </a:r>
          </a:p>
          <a:p>
            <a:pPr marL="255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lang="en-US" sz="2600" dirty="0"/>
          </a:p>
          <a:p>
            <a:pPr marL="457455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</a:pPr>
            <a:r>
              <a:rPr lang="en-US" sz="2600" dirty="0"/>
              <a:t>Validate your inputs</a:t>
            </a:r>
            <a:endParaRPr sz="2600" dirty="0"/>
          </a:p>
        </p:txBody>
      </p:sp>
    </p:spTree>
    <p:extLst>
      <p:ext uri="{BB962C8B-B14F-4D97-AF65-F5344CB8AC3E}">
        <p14:creationId xmlns:p14="http://schemas.microsoft.com/office/powerpoint/2010/main" val="1608522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FC48229-C9C8-8CDA-9BA6-B1829ED4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>
            <a:extLst>
              <a:ext uri="{FF2B5EF4-FFF2-40B4-BE49-F238E27FC236}">
                <a16:creationId xmlns:a16="http://schemas.microsoft.com/office/drawing/2014/main" id="{1AF7FAFC-EE6E-6755-DC99-AE652C9A11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>
            <a:extLst>
              <a:ext uri="{FF2B5EF4-FFF2-40B4-BE49-F238E27FC236}">
                <a16:creationId xmlns:a16="http://schemas.microsoft.com/office/drawing/2014/main" id="{61C48AAB-9054-76E6-F7CF-46D99F1A0EB6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>
            <a:extLst>
              <a:ext uri="{FF2B5EF4-FFF2-40B4-BE49-F238E27FC236}">
                <a16:creationId xmlns:a16="http://schemas.microsoft.com/office/drawing/2014/main" id="{B93612A2-57B4-6994-C3DF-CAA1B9964BC1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>
            <a:extLst>
              <a:ext uri="{FF2B5EF4-FFF2-40B4-BE49-F238E27FC236}">
                <a16:creationId xmlns:a16="http://schemas.microsoft.com/office/drawing/2014/main" id="{18868059-D087-8E14-0DD3-0640DDDC79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5156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rgbClr val="FFFFFF"/>
              </a:buClr>
              <a:buSzPts val="4000"/>
            </a:pPr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4 – Parameter Attributes</a:t>
            </a:r>
            <a:endParaRPr dirty="0"/>
          </a:p>
        </p:txBody>
      </p:sp>
      <p:pic>
        <p:nvPicPr>
          <p:cNvPr id="250" name="Google Shape;250;p11" descr="Monitor">
            <a:extLst>
              <a:ext uri="{FF2B5EF4-FFF2-40B4-BE49-F238E27FC236}">
                <a16:creationId xmlns:a16="http://schemas.microsoft.com/office/drawing/2014/main" id="{4EB9AE2E-DCA8-A790-C354-A0D4DB90A6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>
            <a:extLst>
              <a:ext uri="{FF2B5EF4-FFF2-40B4-BE49-F238E27FC236}">
                <a16:creationId xmlns:a16="http://schemas.microsoft.com/office/drawing/2014/main" id="{BBA8F25C-FB0D-4903-4D65-87687DC2845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Validation Types:</a:t>
            </a:r>
            <a:endParaRPr dirty="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Set</a:t>
            </a: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Range</a:t>
            </a: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Script</a:t>
            </a: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Null or Empty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3928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56D57B3E-AB8E-B100-34B8-CF92AABDB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>
            <a:extLst>
              <a:ext uri="{FF2B5EF4-FFF2-40B4-BE49-F238E27FC236}">
                <a16:creationId xmlns:a16="http://schemas.microsoft.com/office/drawing/2014/main" id="{71AA1FC3-D15B-93E4-9149-0E0C0178EF4A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>
            <a:extLst>
              <a:ext uri="{FF2B5EF4-FFF2-40B4-BE49-F238E27FC236}">
                <a16:creationId xmlns:a16="http://schemas.microsoft.com/office/drawing/2014/main" id="{EF68C484-CE9A-6121-2AFB-B7D8ED3E65C3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>
            <a:extLst>
              <a:ext uri="{FF2B5EF4-FFF2-40B4-BE49-F238E27FC236}">
                <a16:creationId xmlns:a16="http://schemas.microsoft.com/office/drawing/2014/main" id="{2B7E60BF-36EB-B18E-643D-3E87C4C746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Support</a:t>
            </a:r>
            <a:endParaRPr dirty="0"/>
          </a:p>
        </p:txBody>
      </p:sp>
      <p:sp>
        <p:nvSpPr>
          <p:cNvPr id="241" name="Google Shape;241;p10">
            <a:extLst>
              <a:ext uri="{FF2B5EF4-FFF2-40B4-BE49-F238E27FC236}">
                <a16:creationId xmlns:a16="http://schemas.microsoft.com/office/drawing/2014/main" id="{D2EFD5D1-D15D-396F-F05A-4960F415B7A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166297" y="2112579"/>
            <a:ext cx="8702098" cy="40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Let PowerShell feed your function one item at a time.</a:t>
            </a:r>
          </a:p>
        </p:txBody>
      </p:sp>
    </p:spTree>
    <p:extLst>
      <p:ext uri="{BB962C8B-B14F-4D97-AF65-F5344CB8AC3E}">
        <p14:creationId xmlns:p14="http://schemas.microsoft.com/office/powerpoint/2010/main" val="2632336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73D6860-9F71-914F-A7DC-3A1346A62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>
            <a:extLst>
              <a:ext uri="{FF2B5EF4-FFF2-40B4-BE49-F238E27FC236}">
                <a16:creationId xmlns:a16="http://schemas.microsoft.com/office/drawing/2014/main" id="{37ACC7CC-5281-9AE4-6585-03D7E5086E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>
            <a:extLst>
              <a:ext uri="{FF2B5EF4-FFF2-40B4-BE49-F238E27FC236}">
                <a16:creationId xmlns:a16="http://schemas.microsoft.com/office/drawing/2014/main" id="{048C4F6F-D1B6-FEF6-FB07-76BD7555A5CE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>
            <a:extLst>
              <a:ext uri="{FF2B5EF4-FFF2-40B4-BE49-F238E27FC236}">
                <a16:creationId xmlns:a16="http://schemas.microsoft.com/office/drawing/2014/main" id="{87A327D7-2B16-77C1-C537-4D9DE7C00242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>
            <a:extLst>
              <a:ext uri="{FF2B5EF4-FFF2-40B4-BE49-F238E27FC236}">
                <a16:creationId xmlns:a16="http://schemas.microsoft.com/office/drawing/2014/main" id="{EEA3A120-633E-5F1E-98C5-F659B0AF31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5156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rgbClr val="FFFFFF"/>
              </a:buClr>
              <a:buSzPts val="4000"/>
            </a:pPr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5 – Pipeline Support</a:t>
            </a:r>
            <a:endParaRPr dirty="0"/>
          </a:p>
        </p:txBody>
      </p:sp>
      <p:pic>
        <p:nvPicPr>
          <p:cNvPr id="250" name="Google Shape;250;p11" descr="Monitor">
            <a:extLst>
              <a:ext uri="{FF2B5EF4-FFF2-40B4-BE49-F238E27FC236}">
                <a16:creationId xmlns:a16="http://schemas.microsoft.com/office/drawing/2014/main" id="{A81FC832-3873-17A9-021B-B538C87FAF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>
            <a:extLst>
              <a:ext uri="{FF2B5EF4-FFF2-40B4-BE49-F238E27FC236}">
                <a16:creationId xmlns:a16="http://schemas.microsoft.com/office/drawing/2014/main" id="{ECDB4D55-E769-EED1-5D7D-9FE7D704A0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Pipeline concepts</a:t>
            </a:r>
          </a:p>
          <a:p>
            <a:r>
              <a:rPr lang="en-US" dirty="0"/>
              <a:t>Value from Pipeline</a:t>
            </a:r>
          </a:p>
          <a:p>
            <a:r>
              <a:rPr lang="en-US" dirty="0"/>
              <a:t>Code block lifecycle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0853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2278C096-829F-8B44-0EA5-505B04D23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>
            <a:extLst>
              <a:ext uri="{FF2B5EF4-FFF2-40B4-BE49-F238E27FC236}">
                <a16:creationId xmlns:a16="http://schemas.microsoft.com/office/drawing/2014/main" id="{346189DD-0637-81B3-4D1F-98A88CFB9B52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>
            <a:extLst>
              <a:ext uri="{FF2B5EF4-FFF2-40B4-BE49-F238E27FC236}">
                <a16:creationId xmlns:a16="http://schemas.microsoft.com/office/drawing/2014/main" id="{A2E6C0CE-A3E7-7FFA-D68A-208E7D96E11F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>
            <a:extLst>
              <a:ext uri="{FF2B5EF4-FFF2-40B4-BE49-F238E27FC236}">
                <a16:creationId xmlns:a16="http://schemas.microsoft.com/office/drawing/2014/main" id="{0DA923D8-1570-A6E2-CAFD-79964FD161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 Handling</a:t>
            </a:r>
            <a:endParaRPr dirty="0"/>
          </a:p>
        </p:txBody>
      </p:sp>
      <p:sp>
        <p:nvSpPr>
          <p:cNvPr id="241" name="Google Shape;241;p10">
            <a:extLst>
              <a:ext uri="{FF2B5EF4-FFF2-40B4-BE49-F238E27FC236}">
                <a16:creationId xmlns:a16="http://schemas.microsoft.com/office/drawing/2014/main" id="{2BBFFB47-CABC-448E-2BEA-368ADE1E571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166297" y="2112579"/>
            <a:ext cx="8702098" cy="40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One bad server shouldn't kill the whole report.</a:t>
            </a:r>
          </a:p>
        </p:txBody>
      </p:sp>
    </p:spTree>
    <p:extLst>
      <p:ext uri="{BB962C8B-B14F-4D97-AF65-F5344CB8AC3E}">
        <p14:creationId xmlns:p14="http://schemas.microsoft.com/office/powerpoint/2010/main" val="324158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E6D69CF-070D-D0A7-901A-48F65A75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>
            <a:extLst>
              <a:ext uri="{FF2B5EF4-FFF2-40B4-BE49-F238E27FC236}">
                <a16:creationId xmlns:a16="http://schemas.microsoft.com/office/drawing/2014/main" id="{425B4DED-06E9-DA2A-5B71-2440005497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>
            <a:extLst>
              <a:ext uri="{FF2B5EF4-FFF2-40B4-BE49-F238E27FC236}">
                <a16:creationId xmlns:a16="http://schemas.microsoft.com/office/drawing/2014/main" id="{ACEA26A2-3D4B-F60B-1687-BC5901059B7B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>
            <a:extLst>
              <a:ext uri="{FF2B5EF4-FFF2-40B4-BE49-F238E27FC236}">
                <a16:creationId xmlns:a16="http://schemas.microsoft.com/office/drawing/2014/main" id="{11AF4A4B-711D-BA12-74AC-F39E0C785E77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>
            <a:extLst>
              <a:ext uri="{FF2B5EF4-FFF2-40B4-BE49-F238E27FC236}">
                <a16:creationId xmlns:a16="http://schemas.microsoft.com/office/drawing/2014/main" id="{164F1FE4-6BBC-97CE-8928-4959FD6F54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5156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rgbClr val="FFFFFF"/>
              </a:buClr>
              <a:buSzPts val="4000"/>
            </a:pPr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6 –Error Handling</a:t>
            </a:r>
            <a:endParaRPr dirty="0"/>
          </a:p>
        </p:txBody>
      </p:sp>
      <p:pic>
        <p:nvPicPr>
          <p:cNvPr id="250" name="Google Shape;250;p11" descr="Monitor">
            <a:extLst>
              <a:ext uri="{FF2B5EF4-FFF2-40B4-BE49-F238E27FC236}">
                <a16:creationId xmlns:a16="http://schemas.microsoft.com/office/drawing/2014/main" id="{9D8CD90D-A36E-75EA-5FC0-B4B20E87DA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>
            <a:extLst>
              <a:ext uri="{FF2B5EF4-FFF2-40B4-BE49-F238E27FC236}">
                <a16:creationId xmlns:a16="http://schemas.microsoft.com/office/drawing/2014/main" id="{E2ED077F-B203-0366-2AC0-DC7510F90D9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Try / Catch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4781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FE0D5BE9-8C0B-6E53-85E1-CDC29E786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>
            <a:extLst>
              <a:ext uri="{FF2B5EF4-FFF2-40B4-BE49-F238E27FC236}">
                <a16:creationId xmlns:a16="http://schemas.microsoft.com/office/drawing/2014/main" id="{0EE4AD92-FBED-C377-E75B-848DE13BD08C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>
            <a:extLst>
              <a:ext uri="{FF2B5EF4-FFF2-40B4-BE49-F238E27FC236}">
                <a16:creationId xmlns:a16="http://schemas.microsoft.com/office/drawing/2014/main" id="{B2FCC7CF-92EA-4034-9450-217455F8C0FA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>
            <a:extLst>
              <a:ext uri="{FF2B5EF4-FFF2-40B4-BE49-F238E27FC236}">
                <a16:creationId xmlns:a16="http://schemas.microsoft.com/office/drawing/2014/main" id="{D6382D1C-2BC5-11DD-C5BE-C111BCB292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to use a function</a:t>
            </a:r>
            <a:endParaRPr dirty="0"/>
          </a:p>
        </p:txBody>
      </p:sp>
      <p:sp>
        <p:nvSpPr>
          <p:cNvPr id="241" name="Google Shape;241;p10">
            <a:extLst>
              <a:ext uri="{FF2B5EF4-FFF2-40B4-BE49-F238E27FC236}">
                <a16:creationId xmlns:a16="http://schemas.microsoft.com/office/drawing/2014/main" id="{4AFEF51C-C735-5426-C80D-31A0A221BBB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166297" y="2112579"/>
            <a:ext cx="8702098" cy="40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We have a function in a file, how do we use it?</a:t>
            </a:r>
          </a:p>
        </p:txBody>
      </p:sp>
    </p:spTree>
    <p:extLst>
      <p:ext uri="{BB962C8B-B14F-4D97-AF65-F5344CB8AC3E}">
        <p14:creationId xmlns:p14="http://schemas.microsoft.com/office/powerpoint/2010/main" val="1405719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639AD48-5CD6-ADC9-D7BA-9A0E9DAFB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>
            <a:extLst>
              <a:ext uri="{FF2B5EF4-FFF2-40B4-BE49-F238E27FC236}">
                <a16:creationId xmlns:a16="http://schemas.microsoft.com/office/drawing/2014/main" id="{D05B1280-CDC3-E0CF-6935-807A6EB41E7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>
            <a:extLst>
              <a:ext uri="{FF2B5EF4-FFF2-40B4-BE49-F238E27FC236}">
                <a16:creationId xmlns:a16="http://schemas.microsoft.com/office/drawing/2014/main" id="{7CF18065-FB2E-6999-E7D0-310515CBE4F5}"/>
              </a:ext>
            </a:extLst>
          </p:cNvPr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>
            <a:extLst>
              <a:ext uri="{FF2B5EF4-FFF2-40B4-BE49-F238E27FC236}">
                <a16:creationId xmlns:a16="http://schemas.microsoft.com/office/drawing/2014/main" id="{5E8A132C-2C6F-DFB4-3E70-B45D54549D9F}"/>
              </a:ext>
            </a:extLst>
          </p:cNvPr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>
            <a:extLst>
              <a:ext uri="{FF2B5EF4-FFF2-40B4-BE49-F238E27FC236}">
                <a16:creationId xmlns:a16="http://schemas.microsoft.com/office/drawing/2014/main" id="{72C2EA6E-6AE6-DA3A-3A68-C112F33072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5156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rgbClr val="FFFFFF"/>
              </a:buClr>
              <a:buSzPts val="4000"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7 </a:t>
            </a:r>
            <a:r>
              <a:rPr lang="en-US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 Using a Function</a:t>
            </a:r>
            <a:endParaRPr dirty="0"/>
          </a:p>
        </p:txBody>
      </p:sp>
      <p:pic>
        <p:nvPicPr>
          <p:cNvPr id="250" name="Google Shape;250;p11" descr="Monitor">
            <a:extLst>
              <a:ext uri="{FF2B5EF4-FFF2-40B4-BE49-F238E27FC236}">
                <a16:creationId xmlns:a16="http://schemas.microsoft.com/office/drawing/2014/main" id="{D50CD132-7E44-319A-B459-93F0EE2B5F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>
            <a:extLst>
              <a:ext uri="{FF2B5EF4-FFF2-40B4-BE49-F238E27FC236}">
                <a16:creationId xmlns:a16="http://schemas.microsoft.com/office/drawing/2014/main" id="{3D066947-52F8-6D22-62D5-0E0460FB281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How to use in:</a:t>
            </a:r>
          </a:p>
          <a:p>
            <a:r>
              <a:rPr lang="en-US" dirty="0"/>
              <a:t>ISE</a:t>
            </a:r>
          </a:p>
          <a:p>
            <a:r>
              <a:rPr lang="en-US" dirty="0"/>
              <a:t>PowerShell Console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3364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Resources</a:t>
            </a:r>
            <a:endParaRPr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521209" y="1792224"/>
            <a:ext cx="10574422" cy="4209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2000" dirty="0"/>
              <a:t>Dbatools</a:t>
            </a:r>
          </a:p>
          <a:p>
            <a:pPr lvl="1"/>
            <a:r>
              <a:rPr lang="en-US" sz="1600" dirty="0"/>
              <a:t>dbatools.io  |  github.com/</a:t>
            </a:r>
            <a:r>
              <a:rPr lang="en-US" sz="1600" dirty="0" err="1"/>
              <a:t>dataplat</a:t>
            </a:r>
            <a:r>
              <a:rPr lang="en-US" sz="1600" dirty="0"/>
              <a:t>/dbatools
Install-Module dbatools</a:t>
            </a:r>
          </a:p>
          <a:p>
            <a:pPr lvl="1"/>
            <a:endParaRPr lang="en-US" sz="1600" dirty="0"/>
          </a:p>
          <a:p>
            <a:r>
              <a:rPr lang="en-US" sz="2000" dirty="0" err="1"/>
              <a:t>ImportExcel</a:t>
            </a:r>
            <a:endParaRPr lang="en-US" sz="2000" dirty="0"/>
          </a:p>
          <a:p>
            <a:pPr lvl="1"/>
            <a:r>
              <a:rPr lang="en-US" sz="1600" dirty="0"/>
              <a:t>github.com/</a:t>
            </a:r>
            <a:r>
              <a:rPr lang="en-US" sz="1600" dirty="0" err="1"/>
              <a:t>dfinke</a:t>
            </a:r>
            <a:r>
              <a:rPr lang="en-US" sz="1600" dirty="0"/>
              <a:t>/</a:t>
            </a:r>
            <a:r>
              <a:rPr lang="en-US" sz="1600" dirty="0" err="1"/>
              <a:t>ImportExcel</a:t>
            </a:r>
            <a:r>
              <a:rPr lang="en-US" sz="1600" dirty="0"/>
              <a:t>
Install-Module </a:t>
            </a:r>
            <a:r>
              <a:rPr lang="en-US" sz="1600" dirty="0" err="1"/>
              <a:t>ImportExcel</a:t>
            </a:r>
            <a:endParaRPr lang="en-US" sz="1600" dirty="0"/>
          </a:p>
          <a:p>
            <a:pPr lvl="1"/>
            <a:endParaRPr lang="en-US" sz="1600" dirty="0"/>
          </a:p>
          <a:p>
            <a:r>
              <a:rPr lang="en-US" sz="2000" dirty="0"/>
              <a:t>These slides + all demo scripts</a:t>
            </a:r>
          </a:p>
          <a:p>
            <a:pPr lvl="1"/>
            <a:r>
              <a:rPr lang="en-US" sz="1600" dirty="0"/>
              <a:t>github.com/</a:t>
            </a:r>
            <a:r>
              <a:rPr lang="en-US" sz="1600" dirty="0" err="1"/>
              <a:t>TonyWSQL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Thank You</a:t>
            </a:r>
            <a:endParaRPr dirty="0"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Questions ?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059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429</Words>
  <Application>Microsoft Office PowerPoint</Application>
  <PresentationFormat>Widescreen</PresentationFormat>
  <Paragraphs>117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Times New Roman</vt:lpstr>
      <vt:lpstr>Office Theme</vt:lpstr>
      <vt:lpstr>1_Office Theme</vt:lpstr>
      <vt:lpstr>Your Script Called. It Wants to Be a Function.</vt:lpstr>
      <vt:lpstr>Tony Wilhelm</vt:lpstr>
      <vt:lpstr>What We Are Building</vt:lpstr>
      <vt:lpstr>What is a function?</vt:lpstr>
      <vt:lpstr>Why a function</vt:lpstr>
      <vt:lpstr>Demo 1 – Why a function</vt:lpstr>
      <vt:lpstr>Parameter Blocks</vt:lpstr>
      <vt:lpstr>Demo 2 - Parameter Blocks</vt:lpstr>
      <vt:lpstr>Default parameters</vt:lpstr>
      <vt:lpstr>Demo 3 - Default parameters</vt:lpstr>
      <vt:lpstr>Parameter Attributes</vt:lpstr>
      <vt:lpstr>Demo 4 – Parameter Attributes</vt:lpstr>
      <vt:lpstr>Pipeline Support</vt:lpstr>
      <vt:lpstr>Demo 5 – Pipeline Support</vt:lpstr>
      <vt:lpstr>Error Handling</vt:lpstr>
      <vt:lpstr>Demo 6 –Error Handling</vt:lpstr>
      <vt:lpstr>How to use a function</vt:lpstr>
      <vt:lpstr>Demo 7 – Using a Function</vt:lpstr>
      <vt:lpstr>Resources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(Tony) Wilhelm</dc:creator>
  <cp:lastModifiedBy>Anthony (Tony) Wilhelm</cp:lastModifiedBy>
  <cp:revision>1</cp:revision>
  <dcterms:created xsi:type="dcterms:W3CDTF">2026-07-22T21:44:39Z</dcterms:created>
  <dcterms:modified xsi:type="dcterms:W3CDTF">2026-09-09T13:48:31Z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0ee06db-1980-431f-9f40-cfc6bed7e768_Enabled">
    <vt:lpwstr>true</vt:lpwstr>
  </property>
  <property fmtid="{D5CDD505-2E9C-101B-9397-08002B2CF9AE}" pid="3" name="MSIP_Label_e0ee06db-1980-431f-9f40-cfc6bed7e768_SetDate">
    <vt:lpwstr>2026-07-22T21:44:39Z</vt:lpwstr>
  </property>
  <property fmtid="{D5CDD505-2E9C-101B-9397-08002B2CF9AE}" pid="4" name="MSIP_Label_e0ee06db-1980-431f-9f40-cfc6bed7e768_Method">
    <vt:lpwstr>Standard</vt:lpwstr>
  </property>
  <property fmtid="{D5CDD505-2E9C-101B-9397-08002B2CF9AE}" pid="5" name="MSIP_Label_e0ee06db-1980-431f-9f40-cfc6bed7e768_Name">
    <vt:lpwstr>Public</vt:lpwstr>
  </property>
  <property fmtid="{D5CDD505-2E9C-101B-9397-08002B2CF9AE}" pid="6" name="MSIP_Label_e0ee06db-1980-431f-9f40-cfc6bed7e768_SiteId">
    <vt:lpwstr>e75b8cf2-b242-41b0-8378-a3862dd6f0f4</vt:lpwstr>
  </property>
  <property fmtid="{D5CDD505-2E9C-101B-9397-08002B2CF9AE}" pid="7" name="MSIP_Label_e0ee06db-1980-431f-9f40-cfc6bed7e768_ActionId">
    <vt:lpwstr>5a1d42e5-cf15-4e98-b004-ad93969886bb</vt:lpwstr>
  </property>
  <property fmtid="{D5CDD505-2E9C-101B-9397-08002B2CF9AE}" pid="8" name="MSIP_Label_e0ee06db-1980-431f-9f40-cfc6bed7e768_ContentBits">
    <vt:lpwstr>0</vt:lpwstr>
  </property>
  <property fmtid="{D5CDD505-2E9C-101B-9397-08002B2CF9AE}" pid="9" name="MSIP_Label_e0ee06db-1980-431f-9f40-cfc6bed7e768_Tag">
    <vt:lpwstr>10, 3, 0, 1</vt:lpwstr>
  </property>
</Properties>
</file>